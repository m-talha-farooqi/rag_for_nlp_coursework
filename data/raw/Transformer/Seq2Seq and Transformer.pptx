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98" r:id="rId3"/>
    <p:sldId id="315" r:id="rId4"/>
    <p:sldId id="297" r:id="rId5"/>
    <p:sldId id="301" r:id="rId6"/>
    <p:sldId id="316" r:id="rId7"/>
    <p:sldId id="300" r:id="rId8"/>
    <p:sldId id="312" r:id="rId9"/>
    <p:sldId id="313" r:id="rId10"/>
    <p:sldId id="310" r:id="rId11"/>
    <p:sldId id="302" r:id="rId12"/>
    <p:sldId id="314" r:id="rId13"/>
    <p:sldId id="303" r:id="rId14"/>
    <p:sldId id="304" r:id="rId15"/>
    <p:sldId id="305" r:id="rId16"/>
    <p:sldId id="317" r:id="rId17"/>
    <p:sldId id="318" r:id="rId18"/>
    <p:sldId id="319" r:id="rId19"/>
    <p:sldId id="320" r:id="rId20"/>
    <p:sldId id="306" r:id="rId21"/>
    <p:sldId id="307" r:id="rId22"/>
    <p:sldId id="308" r:id="rId23"/>
    <p:sldId id="309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7B666-FF2F-4447-A58F-04E6E3409BA9}" type="datetimeFigureOut">
              <a:rPr lang="en-PK" smtClean="0"/>
              <a:t>01/14/2026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00D12-0D71-43F7-864C-678D5DBBC42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985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3397" y="164718"/>
            <a:ext cx="580707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30111"/>
            <a:ext cx="12187555" cy="628015"/>
          </a:xfrm>
          <a:custGeom>
            <a:avLst/>
            <a:gdLst/>
            <a:ahLst/>
            <a:cxnLst/>
            <a:rect l="l" t="t" r="r" b="b"/>
            <a:pathLst>
              <a:path w="12187555" h="628015">
                <a:moveTo>
                  <a:pt x="12187428" y="627888"/>
                </a:moveTo>
                <a:lnTo>
                  <a:pt x="12187428" y="0"/>
                </a:lnTo>
                <a:lnTo>
                  <a:pt x="0" y="0"/>
                </a:lnTo>
                <a:lnTo>
                  <a:pt x="0" y="627888"/>
                </a:lnTo>
                <a:lnTo>
                  <a:pt x="12187428" y="627888"/>
                </a:lnTo>
                <a:close/>
              </a:path>
            </a:pathLst>
          </a:custGeom>
          <a:solidFill>
            <a:srgbClr val="718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397" y="164718"/>
            <a:ext cx="6585584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27581"/>
            <a:ext cx="10908030" cy="433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97589" y="6440373"/>
            <a:ext cx="28257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1.jpg"/><Relationship Id="rId5" Type="http://schemas.openxmlformats.org/officeDocument/2006/relationships/image" Target="../media/image11.png"/><Relationship Id="rId10" Type="http://schemas.openxmlformats.org/officeDocument/2006/relationships/image" Target="../media/image20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12" Type="http://schemas.openxmlformats.org/officeDocument/2006/relationships/image" Target="../media/image2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%40Aj.Cheng/seq2seq-18a0730d1d77" TargetMode="External"/><Relationship Id="rId2" Type="http://schemas.openxmlformats.org/officeDocument/2006/relationships/hyperlink" Target="https://www.analyticsvidhya.com/blog/2017/12/introduction-to-recurrent-neural-networ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doi.org/10.23915/distill.00001" TargetMode="External"/><Relationship Id="rId4" Type="http://schemas.openxmlformats.org/officeDocument/2006/relationships/hyperlink" Target="https://distill.pub/2016/augmented-rn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7048" y="468398"/>
            <a:ext cx="1820551" cy="101021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834895"/>
            <a:ext cx="12192000" cy="5023485"/>
            <a:chOff x="0" y="1834895"/>
            <a:chExt cx="12192000" cy="5023485"/>
          </a:xfrm>
        </p:grpSpPr>
        <p:sp>
          <p:nvSpPr>
            <p:cNvPr id="4" name="object 4"/>
            <p:cNvSpPr/>
            <p:nvPr/>
          </p:nvSpPr>
          <p:spPr>
            <a:xfrm>
              <a:off x="0" y="1834895"/>
              <a:ext cx="12192000" cy="5023485"/>
            </a:xfrm>
            <a:custGeom>
              <a:avLst/>
              <a:gdLst/>
              <a:ahLst/>
              <a:cxnLst/>
              <a:rect l="l" t="t" r="r" b="b"/>
              <a:pathLst>
                <a:path w="12192000" h="5023484">
                  <a:moveTo>
                    <a:pt x="12192000" y="0"/>
                  </a:moveTo>
                  <a:lnTo>
                    <a:pt x="0" y="0"/>
                  </a:lnTo>
                  <a:lnTo>
                    <a:pt x="0" y="5023104"/>
                  </a:lnTo>
                  <a:lnTo>
                    <a:pt x="12192000" y="50231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A41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815" y="1834895"/>
              <a:ext cx="12049125" cy="180340"/>
            </a:xfrm>
            <a:custGeom>
              <a:avLst/>
              <a:gdLst/>
              <a:ahLst/>
              <a:cxnLst/>
              <a:rect l="l" t="t" r="r" b="b"/>
              <a:pathLst>
                <a:path w="12049125" h="180339">
                  <a:moveTo>
                    <a:pt x="0" y="0"/>
                  </a:moveTo>
                  <a:lnTo>
                    <a:pt x="1" y="179958"/>
                  </a:lnTo>
                </a:path>
                <a:path w="12049125" h="180339">
                  <a:moveTo>
                    <a:pt x="100584" y="0"/>
                  </a:moveTo>
                  <a:lnTo>
                    <a:pt x="100584" y="179958"/>
                  </a:lnTo>
                </a:path>
                <a:path w="12049125" h="180339">
                  <a:moveTo>
                    <a:pt x="202692" y="0"/>
                  </a:moveTo>
                  <a:lnTo>
                    <a:pt x="202692" y="179958"/>
                  </a:lnTo>
                </a:path>
                <a:path w="12049125" h="180339">
                  <a:moveTo>
                    <a:pt x="303276" y="0"/>
                  </a:moveTo>
                  <a:lnTo>
                    <a:pt x="303276" y="179958"/>
                  </a:lnTo>
                </a:path>
                <a:path w="12049125" h="180339">
                  <a:moveTo>
                    <a:pt x="403860" y="0"/>
                  </a:moveTo>
                  <a:lnTo>
                    <a:pt x="403860" y="179958"/>
                  </a:lnTo>
                </a:path>
                <a:path w="12049125" h="180339">
                  <a:moveTo>
                    <a:pt x="505968" y="0"/>
                  </a:moveTo>
                  <a:lnTo>
                    <a:pt x="505968" y="179958"/>
                  </a:lnTo>
                </a:path>
                <a:path w="12049125" h="180339">
                  <a:moveTo>
                    <a:pt x="606552" y="0"/>
                  </a:moveTo>
                  <a:lnTo>
                    <a:pt x="606552" y="179958"/>
                  </a:lnTo>
                </a:path>
                <a:path w="12049125" h="180339">
                  <a:moveTo>
                    <a:pt x="708660" y="0"/>
                  </a:moveTo>
                  <a:lnTo>
                    <a:pt x="708660" y="179958"/>
                  </a:lnTo>
                </a:path>
                <a:path w="12049125" h="180339">
                  <a:moveTo>
                    <a:pt x="809244" y="0"/>
                  </a:moveTo>
                  <a:lnTo>
                    <a:pt x="809244" y="179958"/>
                  </a:lnTo>
                </a:path>
                <a:path w="12049125" h="180339">
                  <a:moveTo>
                    <a:pt x="911352" y="0"/>
                  </a:moveTo>
                  <a:lnTo>
                    <a:pt x="911352" y="179958"/>
                  </a:lnTo>
                </a:path>
                <a:path w="12049125" h="180339">
                  <a:moveTo>
                    <a:pt x="1011936" y="0"/>
                  </a:moveTo>
                  <a:lnTo>
                    <a:pt x="1011936" y="179958"/>
                  </a:lnTo>
                </a:path>
                <a:path w="12049125" h="180339">
                  <a:moveTo>
                    <a:pt x="1112520" y="0"/>
                  </a:moveTo>
                  <a:lnTo>
                    <a:pt x="1112520" y="179958"/>
                  </a:lnTo>
                </a:path>
                <a:path w="12049125" h="180339">
                  <a:moveTo>
                    <a:pt x="1214628" y="0"/>
                  </a:moveTo>
                  <a:lnTo>
                    <a:pt x="1214628" y="179958"/>
                  </a:lnTo>
                </a:path>
                <a:path w="12049125" h="180339">
                  <a:moveTo>
                    <a:pt x="1315212" y="0"/>
                  </a:moveTo>
                  <a:lnTo>
                    <a:pt x="1315212" y="179958"/>
                  </a:lnTo>
                </a:path>
                <a:path w="12049125" h="180339">
                  <a:moveTo>
                    <a:pt x="1417320" y="0"/>
                  </a:moveTo>
                  <a:lnTo>
                    <a:pt x="1417320" y="179958"/>
                  </a:lnTo>
                </a:path>
                <a:path w="12049125" h="180339">
                  <a:moveTo>
                    <a:pt x="1517904" y="0"/>
                  </a:moveTo>
                  <a:lnTo>
                    <a:pt x="1517904" y="179958"/>
                  </a:lnTo>
                </a:path>
                <a:path w="12049125" h="180339">
                  <a:moveTo>
                    <a:pt x="1620011" y="0"/>
                  </a:moveTo>
                  <a:lnTo>
                    <a:pt x="1620011" y="179958"/>
                  </a:lnTo>
                </a:path>
                <a:path w="12049125" h="180339">
                  <a:moveTo>
                    <a:pt x="1720595" y="0"/>
                  </a:moveTo>
                  <a:lnTo>
                    <a:pt x="1720595" y="179958"/>
                  </a:lnTo>
                </a:path>
                <a:path w="12049125" h="180339">
                  <a:moveTo>
                    <a:pt x="1822703" y="0"/>
                  </a:moveTo>
                  <a:lnTo>
                    <a:pt x="1822703" y="179958"/>
                  </a:lnTo>
                </a:path>
                <a:path w="12049125" h="180339">
                  <a:moveTo>
                    <a:pt x="1923288" y="0"/>
                  </a:moveTo>
                  <a:lnTo>
                    <a:pt x="1923288" y="179958"/>
                  </a:lnTo>
                </a:path>
                <a:path w="12049125" h="180339">
                  <a:moveTo>
                    <a:pt x="2023871" y="0"/>
                  </a:moveTo>
                  <a:lnTo>
                    <a:pt x="2023871" y="179958"/>
                  </a:lnTo>
                </a:path>
                <a:path w="12049125" h="180339">
                  <a:moveTo>
                    <a:pt x="2125979" y="0"/>
                  </a:moveTo>
                  <a:lnTo>
                    <a:pt x="2125979" y="179958"/>
                  </a:lnTo>
                </a:path>
                <a:path w="12049125" h="180339">
                  <a:moveTo>
                    <a:pt x="2226564" y="0"/>
                  </a:moveTo>
                  <a:lnTo>
                    <a:pt x="2226564" y="179958"/>
                  </a:lnTo>
                </a:path>
                <a:path w="12049125" h="180339">
                  <a:moveTo>
                    <a:pt x="2328672" y="0"/>
                  </a:moveTo>
                  <a:lnTo>
                    <a:pt x="2328672" y="179958"/>
                  </a:lnTo>
                </a:path>
                <a:path w="12049125" h="180339">
                  <a:moveTo>
                    <a:pt x="2429256" y="0"/>
                  </a:moveTo>
                  <a:lnTo>
                    <a:pt x="2429256" y="179958"/>
                  </a:lnTo>
                </a:path>
                <a:path w="12049125" h="180339">
                  <a:moveTo>
                    <a:pt x="2531364" y="0"/>
                  </a:moveTo>
                  <a:lnTo>
                    <a:pt x="2531364" y="179958"/>
                  </a:lnTo>
                </a:path>
                <a:path w="12049125" h="180339">
                  <a:moveTo>
                    <a:pt x="2631947" y="0"/>
                  </a:moveTo>
                  <a:lnTo>
                    <a:pt x="2631947" y="179958"/>
                  </a:lnTo>
                </a:path>
                <a:path w="12049125" h="180339">
                  <a:moveTo>
                    <a:pt x="2732532" y="0"/>
                  </a:moveTo>
                  <a:lnTo>
                    <a:pt x="2732532" y="179958"/>
                  </a:lnTo>
                </a:path>
                <a:path w="12049125" h="180339">
                  <a:moveTo>
                    <a:pt x="2834640" y="0"/>
                  </a:moveTo>
                  <a:lnTo>
                    <a:pt x="2834640" y="179958"/>
                  </a:lnTo>
                </a:path>
                <a:path w="12049125" h="180339">
                  <a:moveTo>
                    <a:pt x="2935223" y="0"/>
                  </a:moveTo>
                  <a:lnTo>
                    <a:pt x="2935223" y="179958"/>
                  </a:lnTo>
                </a:path>
                <a:path w="12049125" h="180339">
                  <a:moveTo>
                    <a:pt x="3037332" y="0"/>
                  </a:moveTo>
                  <a:lnTo>
                    <a:pt x="3037332" y="179958"/>
                  </a:lnTo>
                </a:path>
                <a:path w="12049125" h="180339">
                  <a:moveTo>
                    <a:pt x="3137916" y="0"/>
                  </a:moveTo>
                  <a:lnTo>
                    <a:pt x="3137916" y="179958"/>
                  </a:lnTo>
                </a:path>
                <a:path w="12049125" h="180339">
                  <a:moveTo>
                    <a:pt x="3240023" y="0"/>
                  </a:moveTo>
                  <a:lnTo>
                    <a:pt x="3240023" y="179958"/>
                  </a:lnTo>
                </a:path>
                <a:path w="12049125" h="180339">
                  <a:moveTo>
                    <a:pt x="3340608" y="0"/>
                  </a:moveTo>
                  <a:lnTo>
                    <a:pt x="3340608" y="179958"/>
                  </a:lnTo>
                </a:path>
                <a:path w="12049125" h="180339">
                  <a:moveTo>
                    <a:pt x="3442716" y="0"/>
                  </a:moveTo>
                  <a:lnTo>
                    <a:pt x="3442716" y="179958"/>
                  </a:lnTo>
                </a:path>
                <a:path w="12049125" h="180339">
                  <a:moveTo>
                    <a:pt x="3543300" y="0"/>
                  </a:moveTo>
                  <a:lnTo>
                    <a:pt x="3543300" y="179958"/>
                  </a:lnTo>
                </a:path>
                <a:path w="12049125" h="180339">
                  <a:moveTo>
                    <a:pt x="3643884" y="0"/>
                  </a:moveTo>
                  <a:lnTo>
                    <a:pt x="3643884" y="179958"/>
                  </a:lnTo>
                </a:path>
                <a:path w="12049125" h="180339">
                  <a:moveTo>
                    <a:pt x="3745992" y="0"/>
                  </a:moveTo>
                  <a:lnTo>
                    <a:pt x="3745992" y="179958"/>
                  </a:lnTo>
                </a:path>
                <a:path w="12049125" h="180339">
                  <a:moveTo>
                    <a:pt x="3846576" y="0"/>
                  </a:moveTo>
                  <a:lnTo>
                    <a:pt x="3846576" y="179958"/>
                  </a:lnTo>
                </a:path>
                <a:path w="12049125" h="180339">
                  <a:moveTo>
                    <a:pt x="3948684" y="0"/>
                  </a:moveTo>
                  <a:lnTo>
                    <a:pt x="3948684" y="179958"/>
                  </a:lnTo>
                </a:path>
                <a:path w="12049125" h="180339">
                  <a:moveTo>
                    <a:pt x="4049268" y="0"/>
                  </a:moveTo>
                  <a:lnTo>
                    <a:pt x="4049268" y="179958"/>
                  </a:lnTo>
                </a:path>
                <a:path w="12049125" h="180339">
                  <a:moveTo>
                    <a:pt x="4151376" y="0"/>
                  </a:moveTo>
                  <a:lnTo>
                    <a:pt x="4151376" y="179958"/>
                  </a:lnTo>
                </a:path>
                <a:path w="12049125" h="180339">
                  <a:moveTo>
                    <a:pt x="4251960" y="0"/>
                  </a:moveTo>
                  <a:lnTo>
                    <a:pt x="4251960" y="179958"/>
                  </a:lnTo>
                </a:path>
                <a:path w="12049125" h="180339">
                  <a:moveTo>
                    <a:pt x="4352544" y="0"/>
                  </a:moveTo>
                  <a:lnTo>
                    <a:pt x="4352544" y="179958"/>
                  </a:lnTo>
                </a:path>
                <a:path w="12049125" h="180339">
                  <a:moveTo>
                    <a:pt x="4454652" y="0"/>
                  </a:moveTo>
                  <a:lnTo>
                    <a:pt x="4454652" y="179958"/>
                  </a:lnTo>
                </a:path>
                <a:path w="12049125" h="180339">
                  <a:moveTo>
                    <a:pt x="4555236" y="0"/>
                  </a:moveTo>
                  <a:lnTo>
                    <a:pt x="4555236" y="179958"/>
                  </a:lnTo>
                </a:path>
                <a:path w="12049125" h="180339">
                  <a:moveTo>
                    <a:pt x="4657344" y="0"/>
                  </a:moveTo>
                  <a:lnTo>
                    <a:pt x="4657344" y="179958"/>
                  </a:lnTo>
                </a:path>
                <a:path w="12049125" h="180339">
                  <a:moveTo>
                    <a:pt x="4757928" y="0"/>
                  </a:moveTo>
                  <a:lnTo>
                    <a:pt x="4757928" y="179958"/>
                  </a:lnTo>
                </a:path>
                <a:path w="12049125" h="180339">
                  <a:moveTo>
                    <a:pt x="4860036" y="0"/>
                  </a:moveTo>
                  <a:lnTo>
                    <a:pt x="4860036" y="179958"/>
                  </a:lnTo>
                </a:path>
                <a:path w="12049125" h="180339">
                  <a:moveTo>
                    <a:pt x="4960620" y="0"/>
                  </a:moveTo>
                  <a:lnTo>
                    <a:pt x="4960620" y="179958"/>
                  </a:lnTo>
                </a:path>
                <a:path w="12049125" h="180339">
                  <a:moveTo>
                    <a:pt x="5062728" y="0"/>
                  </a:moveTo>
                  <a:lnTo>
                    <a:pt x="5062728" y="179958"/>
                  </a:lnTo>
                </a:path>
                <a:path w="12049125" h="180339">
                  <a:moveTo>
                    <a:pt x="5163312" y="0"/>
                  </a:moveTo>
                  <a:lnTo>
                    <a:pt x="5163312" y="179958"/>
                  </a:lnTo>
                </a:path>
                <a:path w="12049125" h="180339">
                  <a:moveTo>
                    <a:pt x="5263896" y="0"/>
                  </a:moveTo>
                  <a:lnTo>
                    <a:pt x="5263896" y="179958"/>
                  </a:lnTo>
                </a:path>
                <a:path w="12049125" h="180339">
                  <a:moveTo>
                    <a:pt x="5366004" y="0"/>
                  </a:moveTo>
                  <a:lnTo>
                    <a:pt x="5366004" y="179958"/>
                  </a:lnTo>
                </a:path>
                <a:path w="12049125" h="180339">
                  <a:moveTo>
                    <a:pt x="5466588" y="0"/>
                  </a:moveTo>
                  <a:lnTo>
                    <a:pt x="5466588" y="179958"/>
                  </a:lnTo>
                </a:path>
                <a:path w="12049125" h="180339">
                  <a:moveTo>
                    <a:pt x="5568696" y="0"/>
                  </a:moveTo>
                  <a:lnTo>
                    <a:pt x="5568696" y="179958"/>
                  </a:lnTo>
                </a:path>
                <a:path w="12049125" h="180339">
                  <a:moveTo>
                    <a:pt x="5669280" y="0"/>
                  </a:moveTo>
                  <a:lnTo>
                    <a:pt x="5669280" y="179958"/>
                  </a:lnTo>
                </a:path>
                <a:path w="12049125" h="180339">
                  <a:moveTo>
                    <a:pt x="5771388" y="0"/>
                  </a:moveTo>
                  <a:lnTo>
                    <a:pt x="5771388" y="179958"/>
                  </a:lnTo>
                </a:path>
                <a:path w="12049125" h="180339">
                  <a:moveTo>
                    <a:pt x="5871972" y="0"/>
                  </a:moveTo>
                  <a:lnTo>
                    <a:pt x="5871972" y="179958"/>
                  </a:lnTo>
                </a:path>
                <a:path w="12049125" h="180339">
                  <a:moveTo>
                    <a:pt x="5974080" y="0"/>
                  </a:moveTo>
                  <a:lnTo>
                    <a:pt x="5974080" y="179958"/>
                  </a:lnTo>
                </a:path>
                <a:path w="12049125" h="180339">
                  <a:moveTo>
                    <a:pt x="6074664" y="0"/>
                  </a:moveTo>
                  <a:lnTo>
                    <a:pt x="6074664" y="179958"/>
                  </a:lnTo>
                </a:path>
                <a:path w="12049125" h="180339">
                  <a:moveTo>
                    <a:pt x="6175248" y="0"/>
                  </a:moveTo>
                  <a:lnTo>
                    <a:pt x="6175248" y="179958"/>
                  </a:lnTo>
                </a:path>
                <a:path w="12049125" h="180339">
                  <a:moveTo>
                    <a:pt x="6277356" y="0"/>
                  </a:moveTo>
                  <a:lnTo>
                    <a:pt x="6277356" y="179958"/>
                  </a:lnTo>
                </a:path>
                <a:path w="12049125" h="180339">
                  <a:moveTo>
                    <a:pt x="6377940" y="0"/>
                  </a:moveTo>
                  <a:lnTo>
                    <a:pt x="6377940" y="179958"/>
                  </a:lnTo>
                </a:path>
                <a:path w="12049125" h="180339">
                  <a:moveTo>
                    <a:pt x="6480048" y="0"/>
                  </a:moveTo>
                  <a:lnTo>
                    <a:pt x="6480048" y="179958"/>
                  </a:lnTo>
                </a:path>
                <a:path w="12049125" h="180339">
                  <a:moveTo>
                    <a:pt x="6580632" y="0"/>
                  </a:moveTo>
                  <a:lnTo>
                    <a:pt x="6580632" y="179958"/>
                  </a:lnTo>
                </a:path>
                <a:path w="12049125" h="180339">
                  <a:moveTo>
                    <a:pt x="6682739" y="0"/>
                  </a:moveTo>
                  <a:lnTo>
                    <a:pt x="6682739" y="179958"/>
                  </a:lnTo>
                </a:path>
                <a:path w="12049125" h="180339">
                  <a:moveTo>
                    <a:pt x="6783324" y="0"/>
                  </a:moveTo>
                  <a:lnTo>
                    <a:pt x="6783324" y="179958"/>
                  </a:lnTo>
                </a:path>
                <a:path w="12049125" h="180339">
                  <a:moveTo>
                    <a:pt x="6883908" y="0"/>
                  </a:moveTo>
                  <a:lnTo>
                    <a:pt x="6883908" y="179958"/>
                  </a:lnTo>
                </a:path>
                <a:path w="12049125" h="180339">
                  <a:moveTo>
                    <a:pt x="6986015" y="0"/>
                  </a:moveTo>
                  <a:lnTo>
                    <a:pt x="6986015" y="179958"/>
                  </a:lnTo>
                </a:path>
                <a:path w="12049125" h="180339">
                  <a:moveTo>
                    <a:pt x="7086600" y="0"/>
                  </a:moveTo>
                  <a:lnTo>
                    <a:pt x="7086600" y="179958"/>
                  </a:lnTo>
                </a:path>
                <a:path w="12049125" h="180339">
                  <a:moveTo>
                    <a:pt x="7188708" y="0"/>
                  </a:moveTo>
                  <a:lnTo>
                    <a:pt x="7188708" y="179958"/>
                  </a:lnTo>
                </a:path>
                <a:path w="12049125" h="180339">
                  <a:moveTo>
                    <a:pt x="7289291" y="0"/>
                  </a:moveTo>
                  <a:lnTo>
                    <a:pt x="7289291" y="179958"/>
                  </a:lnTo>
                </a:path>
                <a:path w="12049125" h="180339">
                  <a:moveTo>
                    <a:pt x="7391400" y="0"/>
                  </a:moveTo>
                  <a:lnTo>
                    <a:pt x="7391400" y="179958"/>
                  </a:lnTo>
                </a:path>
                <a:path w="12049125" h="180339">
                  <a:moveTo>
                    <a:pt x="7491983" y="0"/>
                  </a:moveTo>
                  <a:lnTo>
                    <a:pt x="7491983" y="179958"/>
                  </a:lnTo>
                </a:path>
                <a:path w="12049125" h="180339">
                  <a:moveTo>
                    <a:pt x="7594091" y="0"/>
                  </a:moveTo>
                  <a:lnTo>
                    <a:pt x="7594091" y="179958"/>
                  </a:lnTo>
                </a:path>
                <a:path w="12049125" h="180339">
                  <a:moveTo>
                    <a:pt x="7694676" y="0"/>
                  </a:moveTo>
                  <a:lnTo>
                    <a:pt x="7694676" y="179958"/>
                  </a:lnTo>
                </a:path>
                <a:path w="12049125" h="180339">
                  <a:moveTo>
                    <a:pt x="7795259" y="0"/>
                  </a:moveTo>
                  <a:lnTo>
                    <a:pt x="7795259" y="179958"/>
                  </a:lnTo>
                </a:path>
                <a:path w="12049125" h="180339">
                  <a:moveTo>
                    <a:pt x="7897367" y="0"/>
                  </a:moveTo>
                  <a:lnTo>
                    <a:pt x="7897367" y="179958"/>
                  </a:lnTo>
                </a:path>
                <a:path w="12049125" h="180339">
                  <a:moveTo>
                    <a:pt x="7997952" y="0"/>
                  </a:moveTo>
                  <a:lnTo>
                    <a:pt x="7997952" y="179958"/>
                  </a:lnTo>
                </a:path>
                <a:path w="12049125" h="180339">
                  <a:moveTo>
                    <a:pt x="8100059" y="0"/>
                  </a:moveTo>
                  <a:lnTo>
                    <a:pt x="8100059" y="179958"/>
                  </a:lnTo>
                </a:path>
                <a:path w="12049125" h="180339">
                  <a:moveTo>
                    <a:pt x="8200643" y="0"/>
                  </a:moveTo>
                  <a:lnTo>
                    <a:pt x="8200643" y="179958"/>
                  </a:lnTo>
                </a:path>
                <a:path w="12049125" h="180339">
                  <a:moveTo>
                    <a:pt x="8302752" y="0"/>
                  </a:moveTo>
                  <a:lnTo>
                    <a:pt x="8302752" y="179958"/>
                  </a:lnTo>
                </a:path>
                <a:path w="12049125" h="180339">
                  <a:moveTo>
                    <a:pt x="8403336" y="0"/>
                  </a:moveTo>
                  <a:lnTo>
                    <a:pt x="8403336" y="179958"/>
                  </a:lnTo>
                </a:path>
                <a:path w="12049125" h="180339">
                  <a:moveTo>
                    <a:pt x="8503919" y="0"/>
                  </a:moveTo>
                  <a:lnTo>
                    <a:pt x="8503919" y="179958"/>
                  </a:lnTo>
                </a:path>
                <a:path w="12049125" h="180339">
                  <a:moveTo>
                    <a:pt x="8606028" y="0"/>
                  </a:moveTo>
                  <a:lnTo>
                    <a:pt x="8606028" y="179958"/>
                  </a:lnTo>
                </a:path>
                <a:path w="12049125" h="180339">
                  <a:moveTo>
                    <a:pt x="8706612" y="0"/>
                  </a:moveTo>
                  <a:lnTo>
                    <a:pt x="8706612" y="179958"/>
                  </a:lnTo>
                </a:path>
                <a:path w="12049125" h="180339">
                  <a:moveTo>
                    <a:pt x="8808719" y="0"/>
                  </a:moveTo>
                  <a:lnTo>
                    <a:pt x="8808719" y="179958"/>
                  </a:lnTo>
                </a:path>
                <a:path w="12049125" h="180339">
                  <a:moveTo>
                    <a:pt x="8909304" y="0"/>
                  </a:moveTo>
                  <a:lnTo>
                    <a:pt x="8909304" y="179958"/>
                  </a:lnTo>
                </a:path>
                <a:path w="12049125" h="180339">
                  <a:moveTo>
                    <a:pt x="9011412" y="0"/>
                  </a:moveTo>
                  <a:lnTo>
                    <a:pt x="9011412" y="179958"/>
                  </a:lnTo>
                </a:path>
                <a:path w="12049125" h="180339">
                  <a:moveTo>
                    <a:pt x="9111995" y="0"/>
                  </a:moveTo>
                  <a:lnTo>
                    <a:pt x="9111995" y="179958"/>
                  </a:lnTo>
                </a:path>
                <a:path w="12049125" h="180339">
                  <a:moveTo>
                    <a:pt x="9214104" y="0"/>
                  </a:moveTo>
                  <a:lnTo>
                    <a:pt x="9214104" y="179958"/>
                  </a:lnTo>
                </a:path>
                <a:path w="12049125" h="180339">
                  <a:moveTo>
                    <a:pt x="9314688" y="0"/>
                  </a:moveTo>
                  <a:lnTo>
                    <a:pt x="9314688" y="179958"/>
                  </a:lnTo>
                </a:path>
                <a:path w="12049125" h="180339">
                  <a:moveTo>
                    <a:pt x="9415272" y="0"/>
                  </a:moveTo>
                  <a:lnTo>
                    <a:pt x="9415272" y="179958"/>
                  </a:lnTo>
                </a:path>
                <a:path w="12049125" h="180339">
                  <a:moveTo>
                    <a:pt x="9517380" y="0"/>
                  </a:moveTo>
                  <a:lnTo>
                    <a:pt x="9517380" y="179958"/>
                  </a:lnTo>
                </a:path>
                <a:path w="12049125" h="180339">
                  <a:moveTo>
                    <a:pt x="9617964" y="0"/>
                  </a:moveTo>
                  <a:lnTo>
                    <a:pt x="9617964" y="179958"/>
                  </a:lnTo>
                </a:path>
                <a:path w="12049125" h="180339">
                  <a:moveTo>
                    <a:pt x="9720072" y="0"/>
                  </a:moveTo>
                  <a:lnTo>
                    <a:pt x="9720072" y="179958"/>
                  </a:lnTo>
                </a:path>
                <a:path w="12049125" h="180339">
                  <a:moveTo>
                    <a:pt x="9820656" y="0"/>
                  </a:moveTo>
                  <a:lnTo>
                    <a:pt x="9820656" y="179958"/>
                  </a:lnTo>
                </a:path>
                <a:path w="12049125" h="180339">
                  <a:moveTo>
                    <a:pt x="9922764" y="0"/>
                  </a:moveTo>
                  <a:lnTo>
                    <a:pt x="9922764" y="179958"/>
                  </a:lnTo>
                </a:path>
                <a:path w="12049125" h="180339">
                  <a:moveTo>
                    <a:pt x="10023348" y="0"/>
                  </a:moveTo>
                  <a:lnTo>
                    <a:pt x="10023348" y="179958"/>
                  </a:lnTo>
                </a:path>
                <a:path w="12049125" h="180339">
                  <a:moveTo>
                    <a:pt x="10123932" y="0"/>
                  </a:moveTo>
                  <a:lnTo>
                    <a:pt x="10123932" y="179958"/>
                  </a:lnTo>
                </a:path>
                <a:path w="12049125" h="180339">
                  <a:moveTo>
                    <a:pt x="10226040" y="0"/>
                  </a:moveTo>
                  <a:lnTo>
                    <a:pt x="10226040" y="179958"/>
                  </a:lnTo>
                </a:path>
                <a:path w="12049125" h="180339">
                  <a:moveTo>
                    <a:pt x="10326624" y="0"/>
                  </a:moveTo>
                  <a:lnTo>
                    <a:pt x="10326624" y="179958"/>
                  </a:lnTo>
                </a:path>
                <a:path w="12049125" h="180339">
                  <a:moveTo>
                    <a:pt x="10428732" y="0"/>
                  </a:moveTo>
                  <a:lnTo>
                    <a:pt x="10428732" y="179958"/>
                  </a:lnTo>
                </a:path>
                <a:path w="12049125" h="180339">
                  <a:moveTo>
                    <a:pt x="10529316" y="0"/>
                  </a:moveTo>
                  <a:lnTo>
                    <a:pt x="10529316" y="179958"/>
                  </a:lnTo>
                </a:path>
                <a:path w="12049125" h="180339">
                  <a:moveTo>
                    <a:pt x="10631424" y="0"/>
                  </a:moveTo>
                  <a:lnTo>
                    <a:pt x="10631424" y="179958"/>
                  </a:lnTo>
                </a:path>
                <a:path w="12049125" h="180339">
                  <a:moveTo>
                    <a:pt x="10732008" y="0"/>
                  </a:moveTo>
                  <a:lnTo>
                    <a:pt x="10732008" y="179958"/>
                  </a:lnTo>
                </a:path>
                <a:path w="12049125" h="180339">
                  <a:moveTo>
                    <a:pt x="10834116" y="0"/>
                  </a:moveTo>
                  <a:lnTo>
                    <a:pt x="10834116" y="179958"/>
                  </a:lnTo>
                </a:path>
                <a:path w="12049125" h="180339">
                  <a:moveTo>
                    <a:pt x="10934700" y="0"/>
                  </a:moveTo>
                  <a:lnTo>
                    <a:pt x="10934700" y="179958"/>
                  </a:lnTo>
                </a:path>
                <a:path w="12049125" h="180339">
                  <a:moveTo>
                    <a:pt x="11035284" y="0"/>
                  </a:moveTo>
                  <a:lnTo>
                    <a:pt x="11035284" y="179958"/>
                  </a:lnTo>
                </a:path>
                <a:path w="12049125" h="180339">
                  <a:moveTo>
                    <a:pt x="11137391" y="0"/>
                  </a:moveTo>
                  <a:lnTo>
                    <a:pt x="11137391" y="179958"/>
                  </a:lnTo>
                </a:path>
                <a:path w="12049125" h="180339">
                  <a:moveTo>
                    <a:pt x="11237976" y="0"/>
                  </a:moveTo>
                  <a:lnTo>
                    <a:pt x="11237976" y="179958"/>
                  </a:lnTo>
                </a:path>
                <a:path w="12049125" h="180339">
                  <a:moveTo>
                    <a:pt x="11340084" y="0"/>
                  </a:moveTo>
                  <a:lnTo>
                    <a:pt x="11340084" y="179958"/>
                  </a:lnTo>
                </a:path>
                <a:path w="12049125" h="180339">
                  <a:moveTo>
                    <a:pt x="11440667" y="0"/>
                  </a:moveTo>
                  <a:lnTo>
                    <a:pt x="11440667" y="179958"/>
                  </a:lnTo>
                </a:path>
                <a:path w="12049125" h="180339">
                  <a:moveTo>
                    <a:pt x="11542776" y="0"/>
                  </a:moveTo>
                  <a:lnTo>
                    <a:pt x="11542776" y="179958"/>
                  </a:lnTo>
                </a:path>
                <a:path w="12049125" h="180339">
                  <a:moveTo>
                    <a:pt x="11643360" y="0"/>
                  </a:moveTo>
                  <a:lnTo>
                    <a:pt x="11643360" y="179958"/>
                  </a:lnTo>
                </a:path>
                <a:path w="12049125" h="180339">
                  <a:moveTo>
                    <a:pt x="11743943" y="0"/>
                  </a:moveTo>
                  <a:lnTo>
                    <a:pt x="11743943" y="179958"/>
                  </a:lnTo>
                </a:path>
                <a:path w="12049125" h="180339">
                  <a:moveTo>
                    <a:pt x="11846052" y="0"/>
                  </a:moveTo>
                  <a:lnTo>
                    <a:pt x="11846052" y="179958"/>
                  </a:lnTo>
                </a:path>
                <a:path w="12049125" h="180339">
                  <a:moveTo>
                    <a:pt x="11946636" y="0"/>
                  </a:moveTo>
                  <a:lnTo>
                    <a:pt x="11946636" y="179958"/>
                  </a:lnTo>
                </a:path>
                <a:path w="12049125" h="180339">
                  <a:moveTo>
                    <a:pt x="12048743" y="0"/>
                  </a:moveTo>
                  <a:lnTo>
                    <a:pt x="12048743" y="17995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37971" y="2663444"/>
            <a:ext cx="10446385" cy="3129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Advances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36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r>
              <a:rPr sz="3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endParaRPr lang="en-US" sz="3600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endParaRPr sz="3600" dirty="0">
              <a:latin typeface="Arial"/>
              <a:cs typeface="Arial"/>
            </a:endParaRPr>
          </a:p>
          <a:p>
            <a:pPr marR="6350" algn="ctr"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Arial MT"/>
                <a:cs typeface="Arial MT"/>
              </a:rPr>
              <a:t>Transformer </a:t>
            </a:r>
            <a:r>
              <a:rPr sz="4400" dirty="0">
                <a:solidFill>
                  <a:srgbClr val="FFFFFF"/>
                </a:solidFill>
                <a:latin typeface="Arial MT"/>
                <a:cs typeface="Arial MT"/>
              </a:rPr>
              <a:t>Architectures</a:t>
            </a:r>
            <a:r>
              <a:rPr sz="4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 dirty="0">
              <a:latin typeface="Arial MT"/>
              <a:cs typeface="Arial MT"/>
            </a:endParaRPr>
          </a:p>
          <a:p>
            <a:pPr marR="106680" algn="ctr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76200"/>
            <a:ext cx="6585584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Why Do We Need Transformers?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55FA1B-01EE-4143-BE47-9CA889E5F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075380"/>
              </p:ext>
            </p:extLst>
          </p:nvPr>
        </p:nvGraphicFramePr>
        <p:xfrm>
          <a:off x="0" y="426937"/>
          <a:ext cx="12192000" cy="6126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137272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577874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089634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99050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58970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11760935"/>
                    </a:ext>
                  </a:extLst>
                </a:gridCol>
              </a:tblGrid>
              <a:tr h="2022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Method / 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How It Works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Captures Order?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Captures Context?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Limitations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2354415875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Bag of Words (</a:t>
                      </a:r>
                      <a:r>
                        <a:rPr lang="en-US" sz="1400" dirty="0" err="1">
                          <a:effectLst/>
                        </a:rPr>
                        <a:t>BoW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Feature representation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Counts word occurrences in a document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❌ No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❌ No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Ignores order and context; sparse vectors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813539930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TF-IDF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Feature representation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Weighted </a:t>
                      </a:r>
                      <a:r>
                        <a:rPr lang="en-US" sz="1400" dirty="0" err="1">
                          <a:effectLst/>
                        </a:rPr>
                        <a:t>BoW</a:t>
                      </a:r>
                      <a:r>
                        <a:rPr lang="en-US" sz="1400" dirty="0">
                          <a:effectLst/>
                        </a:rPr>
                        <a:t> by inverse document frequency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❌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❌ No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Still ignores order/context; sparse; high dimensional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2497295875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Word Embeddings (Word2Vec, GloVe)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Dense vector representation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Learns word vectors from co-occurrence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❌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Partial (fixed embedding)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Cannot handle polysemy (same word different meaning in context)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4007552165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One-Hot Encoding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Feature representation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1-hot vector per word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❌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❌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Very sparse; no semantic meaning; ignores order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4106286881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ANN (Feedforward NN)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Neural network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Input → hidden layers → output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❌ No (unless explicitly designed)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❌ 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Cannot capture sequences; poor for text directly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1432899581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RNN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Sequential neural network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Processes tokens step by step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✅ Yes (sequential)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Partial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Slow (sequential); vanishing gradients for long sequences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3297239644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LSTM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Sequential neural network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RNN with memory gates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✅ Yes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✅ Long-term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Slower than feedforward; still sequential; harder to parallelize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2978344950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GRU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Sequential neural network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Simplified LSTM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✅ Yes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✅ Long-term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Still sequential; slower training than transformers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221599666"/>
                  </a:ext>
                </a:extLst>
              </a:tr>
              <a:tr h="80889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Transformer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Neural network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Self-attention across all tokens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✅ Positional encoding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✅ Full context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Requires more memory for long sequences; can be heavy; attention computation ~O(n²)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667" marR="67667" marT="0" marB="0"/>
                </a:tc>
                <a:extLst>
                  <a:ext uri="{0D108BD9-81ED-4DB2-BD59-A6C34878D82A}">
                    <a16:rowId xmlns:a16="http://schemas.microsoft.com/office/drawing/2014/main" val="2080985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380485"/>
            <a:ext cx="692800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Key Takeaways (Transformer vs Others)</a:t>
            </a:r>
            <a:endParaRPr sz="22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262299E-B92A-4B53-97A6-07C324C5969D}"/>
              </a:ext>
            </a:extLst>
          </p:cNvPr>
          <p:cNvSpPr txBox="1"/>
          <p:nvPr/>
        </p:nvSpPr>
        <p:spPr>
          <a:xfrm>
            <a:off x="463397" y="1066800"/>
            <a:ext cx="11516767" cy="4721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Order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BoW</a:t>
            </a:r>
            <a:r>
              <a:rPr lang="en-US" dirty="0"/>
              <a:t>, TF-IDF, word embeddings → ❌ ignore order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RNN/LSTM/GRU → ✅ sequential order preserved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Transformer → ✅ order encoded via positional encoding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Context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BoW</a:t>
            </a:r>
            <a:r>
              <a:rPr lang="en-US" dirty="0"/>
              <a:t>, TF-IDF, one-hot → ❌ none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Word embeddings → ❌ fixed context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RNN → ✅ partial, decays for long sequences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LSTM/GRU → ✅ better long-term context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Transformer → ✅ full context via self-attention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Speed / Scalability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RNN/LSTM/GRU → ❌ sequential, slow on long sequences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Transformer → ✅ parallelizable, faster on GPUs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Limitation Summary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Traditional representations → sparse, ignore semantics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RNN variants → sequential, slow, memory issues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Transformer → heavy computation on long sequences, but solves order/context/parallelism issues</a:t>
            </a:r>
          </a:p>
        </p:txBody>
      </p:sp>
    </p:spTree>
    <p:extLst>
      <p:ext uri="{BB962C8B-B14F-4D97-AF65-F5344CB8AC3E}">
        <p14:creationId xmlns:p14="http://schemas.microsoft.com/office/powerpoint/2010/main" val="59538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2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all</a:t>
            </a:r>
            <a:r>
              <a:rPr spc="-50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spc="-10" dirty="0"/>
              <a:t>need!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9015" y="1059054"/>
            <a:ext cx="8162925" cy="4812030"/>
            <a:chOff x="1809015" y="1059054"/>
            <a:chExt cx="8162925" cy="4812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015" y="1059054"/>
              <a:ext cx="8162489" cy="48115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7484" y="1217676"/>
              <a:ext cx="7647432" cy="42961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84489" y="5163058"/>
            <a:ext cx="982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NIPS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2017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6" y="164718"/>
            <a:ext cx="715660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r>
              <a:rPr lang="en-US" sz="4400" b="1" spc="-10" dirty="0">
                <a:solidFill>
                  <a:srgbClr val="1F487C"/>
                </a:solidFill>
                <a:latin typeface="Arial"/>
                <a:cs typeface="Arial"/>
              </a:rPr>
              <a:t> Architecture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25" name="object 3">
            <a:extLst>
              <a:ext uri="{FF2B5EF4-FFF2-40B4-BE49-F238E27FC236}">
                <a16:creationId xmlns:a16="http://schemas.microsoft.com/office/drawing/2014/main" id="{A9538D0C-24AE-8E80-849D-B015AD362C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1" y="914400"/>
            <a:ext cx="8382000" cy="5042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380485"/>
            <a:ext cx="692800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High-Level Architecture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0262299E-B92A-4B53-97A6-07C324C5969D}"/>
              </a:ext>
            </a:extLst>
          </p:cNvPr>
          <p:cNvSpPr txBox="1"/>
          <p:nvPr/>
        </p:nvSpPr>
        <p:spPr>
          <a:xfrm>
            <a:off x="463397" y="1066800"/>
            <a:ext cx="11516767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b="1" dirty="0"/>
              <a:t>High-Level Architecture</a:t>
            </a:r>
          </a:p>
          <a:p>
            <a:r>
              <a:rPr lang="en-US" dirty="0"/>
              <a:t>A Transformer consists of:</a:t>
            </a:r>
          </a:p>
          <a:p>
            <a:r>
              <a:rPr lang="en-US" b="1" dirty="0"/>
              <a:t>1. Encoder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Processes input sentence</a:t>
            </a:r>
          </a:p>
          <a:p>
            <a:r>
              <a:rPr lang="en-US" b="1" dirty="0"/>
              <a:t>2. Decoder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output sentence</a:t>
            </a:r>
          </a:p>
          <a:p>
            <a:r>
              <a:rPr lang="en-US" dirty="0"/>
              <a:t>Used mainly in </a:t>
            </a:r>
            <a:r>
              <a:rPr lang="en-US" b="1" dirty="0"/>
              <a:t>machine translation</a:t>
            </a:r>
          </a:p>
          <a:p>
            <a:endParaRPr lang="en-US" b="1" dirty="0"/>
          </a:p>
          <a:p>
            <a:r>
              <a:rPr lang="en-US" sz="2400" b="1" dirty="0"/>
              <a:t>Parallel Processing (Transformer)</a:t>
            </a:r>
          </a:p>
          <a:p>
            <a:r>
              <a:rPr lang="en-US" sz="2400" b="1" dirty="0" err="1"/>
              <a:t>sentence:“The</a:t>
            </a:r>
            <a:r>
              <a:rPr lang="en-US" sz="2400" b="1" dirty="0"/>
              <a:t> cat sat on the mat.”</a:t>
            </a:r>
          </a:p>
          <a:p>
            <a:r>
              <a:rPr lang="en-US" sz="2400" dirty="0"/>
              <a:t>Transformer uses self-attention:</a:t>
            </a:r>
          </a:p>
          <a:p>
            <a:r>
              <a:rPr lang="en-US" sz="2400" dirty="0"/>
              <a:t>All words: [The, cat, sat, on, the, mat]</a:t>
            </a:r>
          </a:p>
          <a:p>
            <a:r>
              <a:rPr lang="en-US" sz="2400" dirty="0"/>
              <a:t>Each word can look at all other words at the same time to compute relationships</a:t>
            </a:r>
          </a:p>
          <a:p>
            <a:r>
              <a:rPr lang="en-US" sz="2400" dirty="0"/>
              <a:t>Computations for all words can be done simultaneously on a GPU</a:t>
            </a:r>
          </a:p>
        </p:txBody>
      </p:sp>
    </p:spTree>
    <p:extLst>
      <p:ext uri="{BB962C8B-B14F-4D97-AF65-F5344CB8AC3E}">
        <p14:creationId xmlns:p14="http://schemas.microsoft.com/office/powerpoint/2010/main" val="332123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4552" y="1485646"/>
            <a:ext cx="578294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Scaled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Dot-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2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Head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30" dirty="0">
                <a:latin typeface="Calibri"/>
                <a:cs typeface="Calibri"/>
              </a:rPr>
              <a:t>Position-</a:t>
            </a:r>
            <a:r>
              <a:rPr sz="2800" dirty="0">
                <a:latin typeface="Calibri"/>
                <a:cs typeface="Calibri"/>
              </a:rPr>
              <a:t>wise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Feed-</a:t>
            </a:r>
            <a:r>
              <a:rPr sz="2800" dirty="0">
                <a:latin typeface="Calibri"/>
                <a:cs typeface="Calibri"/>
              </a:rPr>
              <a:t>Forward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Embeddings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Softmax</a:t>
            </a:r>
            <a:endParaRPr sz="2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Positional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Encoding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269" y="349161"/>
            <a:ext cx="3676142" cy="57502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5A0D-805B-FC0A-AA39-7C21913F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2A5C33-CF06-13D9-871A-FF3DA36994B5}"/>
              </a:ext>
            </a:extLst>
          </p:cNvPr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42CE061-BC9F-D2BA-6911-47F3B773A20E}"/>
              </a:ext>
            </a:extLst>
          </p:cNvPr>
          <p:cNvSpPr txBox="1"/>
          <p:nvPr/>
        </p:nvSpPr>
        <p:spPr>
          <a:xfrm>
            <a:off x="533400" y="838200"/>
            <a:ext cx="5782945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lang="en-US" sz="2800" dirty="0">
                <a:latin typeface="Calibri"/>
                <a:cs typeface="Calibri"/>
              </a:rPr>
              <a:t>Self </a:t>
            </a:r>
            <a:r>
              <a:rPr sz="2800" spc="-10" dirty="0">
                <a:latin typeface="Calibri"/>
                <a:cs typeface="Calibri"/>
              </a:rPr>
              <a:t>Attention</a:t>
            </a:r>
            <a:r>
              <a:rPr lang="en-US" sz="2800" spc="-10" dirty="0">
                <a:latin typeface="Calibri"/>
                <a:cs typeface="Calibri"/>
              </a:rPr>
              <a:t>: </a:t>
            </a: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A61CEF-EBBB-EF00-FB34-579728269D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4AD0B5-73DE-9633-4F89-6DCE172B573B}"/>
                  </a:ext>
                </a:extLst>
              </p:cNvPr>
              <p:cNvSpPr txBox="1"/>
              <p:nvPr/>
            </p:nvSpPr>
            <p:spPr>
              <a:xfrm>
                <a:off x="375920" y="2824654"/>
                <a:ext cx="6097904" cy="35079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21</m:t>
                          </m:r>
                        </m:sub>
                      </m:sSub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</m:sSub>
                      <m:sSubSup>
                        <m:sSubSup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money</m:t>
                          </m:r>
                        </m:sub>
                        <m:sup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PK" sz="20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22</m:t>
                          </m:r>
                        </m:sub>
                      </m:sSub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</m:sSub>
                      <m:sSubSup>
                        <m:sSubSup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  <m:sup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PK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23</m:t>
                          </m:r>
                        </m:sub>
                      </m:sSub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</m:sSub>
                      <m:sSubSup>
                        <m:sSubSup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grows</m:t>
                          </m:r>
                        </m:sub>
                        <m:sup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  <m:sup>
                          <m:d>
                            <m:dPr>
                              <m:ctrlPr>
                                <a:rPr lang="en-PK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PK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new</m:t>
                              </m:r>
                            </m:e>
                          </m:d>
                        </m:sup>
                      </m:sSubSup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21</m:t>
                          </m:r>
                        </m:sub>
                      </m:sSub>
                      <m:r>
                        <a:rPr lang="en-PK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money</m:t>
                          </m:r>
                        </m:sub>
                      </m:sSub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22</m:t>
                          </m:r>
                        </m:sub>
                      </m:sSub>
                      <m:r>
                        <a:rPr lang="en-PK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bank</m:t>
                          </m:r>
                        </m:sub>
                      </m:sSub>
                      <m:r>
                        <a:rPr lang="en-PK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23</m:t>
                          </m:r>
                        </m:sub>
                      </m:sSub>
                      <m:r>
                        <a:rPr lang="en-PK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PK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PK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grows</m:t>
                          </m:r>
                        </m:sub>
                      </m:sSub>
                    </m:oMath>
                  </m:oMathPara>
                </a14:m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PK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4AD0B5-73DE-9633-4F89-6DCE172B5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20" y="2824654"/>
                <a:ext cx="6097904" cy="35079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050CED9-12D1-6D23-CF9E-D612FCBF52CF}"/>
              </a:ext>
            </a:extLst>
          </p:cNvPr>
          <p:cNvSpPr txBox="1"/>
          <p:nvPr/>
        </p:nvSpPr>
        <p:spPr>
          <a:xfrm>
            <a:off x="533400" y="1468617"/>
            <a:ext cx="6097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Word Usage in Context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examples show two different contexts: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"money bank grows"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"river bank flows"</a:t>
            </a:r>
          </a:p>
        </p:txBody>
      </p:sp>
      <p:pic>
        <p:nvPicPr>
          <p:cNvPr id="14" name="Picture 13" descr="A diagram of a company&#10;&#10;Description automatically generated">
            <a:extLst>
              <a:ext uri="{FF2B5EF4-FFF2-40B4-BE49-F238E27FC236}">
                <a16:creationId xmlns:a16="http://schemas.microsoft.com/office/drawing/2014/main" id="{E0FC2175-3F63-F219-FA34-76463EA80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254169"/>
            <a:ext cx="6123301" cy="265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52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8403-61DA-682E-34CA-82950947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5E8CAD-A4BC-A76A-3564-C54AC4EAB8C8}"/>
              </a:ext>
            </a:extLst>
          </p:cNvPr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463667-93CE-E1BD-BA33-C53879983806}"/>
              </a:ext>
            </a:extLst>
          </p:cNvPr>
          <p:cNvSpPr txBox="1"/>
          <p:nvPr/>
        </p:nvSpPr>
        <p:spPr>
          <a:xfrm>
            <a:off x="533400" y="838200"/>
            <a:ext cx="57829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lang="en-US" sz="2800" dirty="0">
                <a:latin typeface="Calibri"/>
                <a:cs typeface="Calibri"/>
              </a:rPr>
              <a:t>Self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93A9A95-ACAD-7A88-E320-3F013A0101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4DB4A-9823-3CF9-C664-4E668107CA27}"/>
              </a:ext>
            </a:extLst>
          </p:cNvPr>
          <p:cNvSpPr txBox="1"/>
          <p:nvPr/>
        </p:nvSpPr>
        <p:spPr>
          <a:xfrm>
            <a:off x="533400" y="1468617"/>
            <a:ext cx="1043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Components</a:t>
            </a:r>
            <a:r>
              <a:rPr lang="en-US" dirty="0"/>
              <a:t>: </a:t>
            </a:r>
            <a:r>
              <a:rPr lang="en-US" b="1" dirty="0"/>
              <a:t>Query (Q), Key (K), Value (V)</a:t>
            </a:r>
            <a:r>
              <a:rPr lang="en-US" dirty="0"/>
              <a:t> matrices derived from the input embeddings.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Attention Function</a:t>
            </a:r>
            <a:r>
              <a:rPr lang="en-US" dirty="0"/>
              <a:t>: Scaled Dot-Product Attention.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the self-attention mechanism, we need three sets of weights for queries (Q), keys (K), and values (V).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CB9D3-1F7F-DCDA-8F9F-908CD78A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47" y="2833612"/>
            <a:ext cx="8284801" cy="289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8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EC96-7800-ADB9-BA0D-2357D4FD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86FCC3-1F59-B92A-5595-878F705EA980}"/>
              </a:ext>
            </a:extLst>
          </p:cNvPr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6795FC-49B7-FA2F-355A-D69C8E58637A}"/>
              </a:ext>
            </a:extLst>
          </p:cNvPr>
          <p:cNvSpPr txBox="1"/>
          <p:nvPr/>
        </p:nvSpPr>
        <p:spPr>
          <a:xfrm>
            <a:off x="714552" y="1485646"/>
            <a:ext cx="4531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Scaled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Dot-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FA48E6-94E5-6667-1897-E69CD15A3799}"/>
              </a:ext>
            </a:extLst>
          </p:cNvPr>
          <p:cNvSpPr/>
          <p:nvPr/>
        </p:nvSpPr>
        <p:spPr>
          <a:xfrm>
            <a:off x="757339" y="202298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6"/>
                </a:lnTo>
                <a:lnTo>
                  <a:pt x="0" y="256666"/>
                </a:lnTo>
                <a:lnTo>
                  <a:pt x="222110" y="128396"/>
                </a:lnTo>
                <a:lnTo>
                  <a:pt x="83934" y="128396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6"/>
                </a:lnTo>
                <a:lnTo>
                  <a:pt x="222110" y="128396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F84AE741-5587-DDB8-DF7C-F8E55206C91B}"/>
              </a:ext>
            </a:extLst>
          </p:cNvPr>
          <p:cNvGrpSpPr/>
          <p:nvPr/>
        </p:nvGrpSpPr>
        <p:grpSpPr>
          <a:xfrm>
            <a:off x="1043508" y="2038223"/>
            <a:ext cx="1576705" cy="245110"/>
            <a:chOff x="1043508" y="2038223"/>
            <a:chExt cx="1576705" cy="24511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97836BF-B445-2BF5-0F95-67295115877C}"/>
                </a:ext>
              </a:extLst>
            </p:cNvPr>
            <p:cNvSpPr/>
            <p:nvPr/>
          </p:nvSpPr>
          <p:spPr>
            <a:xfrm>
              <a:off x="1043508" y="2038222"/>
              <a:ext cx="836930" cy="245110"/>
            </a:xfrm>
            <a:custGeom>
              <a:avLst/>
              <a:gdLst/>
              <a:ahLst/>
              <a:cxnLst/>
              <a:rect l="l" t="t" r="r" b="b"/>
              <a:pathLst>
                <a:path w="836930" h="245110">
                  <a:moveTo>
                    <a:pt x="243890" y="28194"/>
                  </a:moveTo>
                  <a:lnTo>
                    <a:pt x="243738" y="27051"/>
                  </a:lnTo>
                  <a:lnTo>
                    <a:pt x="243636" y="26162"/>
                  </a:lnTo>
                  <a:lnTo>
                    <a:pt x="243027" y="24765"/>
                  </a:lnTo>
                  <a:lnTo>
                    <a:pt x="242277" y="22860"/>
                  </a:lnTo>
                  <a:lnTo>
                    <a:pt x="242239" y="22733"/>
                  </a:lnTo>
                  <a:lnTo>
                    <a:pt x="241223" y="21336"/>
                  </a:lnTo>
                  <a:lnTo>
                    <a:pt x="239064" y="19177"/>
                  </a:lnTo>
                  <a:lnTo>
                    <a:pt x="237667" y="18415"/>
                  </a:lnTo>
                  <a:lnTo>
                    <a:pt x="236143" y="17780"/>
                  </a:lnTo>
                  <a:lnTo>
                    <a:pt x="234899" y="17399"/>
                  </a:lnTo>
                  <a:lnTo>
                    <a:pt x="235305" y="17399"/>
                  </a:lnTo>
                  <a:lnTo>
                    <a:pt x="232841" y="17018"/>
                  </a:lnTo>
                  <a:lnTo>
                    <a:pt x="208953" y="17018"/>
                  </a:lnTo>
                  <a:lnTo>
                    <a:pt x="188810" y="35814"/>
                  </a:lnTo>
                  <a:lnTo>
                    <a:pt x="122059" y="197739"/>
                  </a:lnTo>
                  <a:lnTo>
                    <a:pt x="121196" y="197739"/>
                  </a:lnTo>
                  <a:lnTo>
                    <a:pt x="59486" y="41529"/>
                  </a:lnTo>
                  <a:lnTo>
                    <a:pt x="57035" y="35306"/>
                  </a:lnTo>
                  <a:lnTo>
                    <a:pt x="56019" y="32258"/>
                  </a:lnTo>
                  <a:lnTo>
                    <a:pt x="54749" y="29464"/>
                  </a:lnTo>
                  <a:lnTo>
                    <a:pt x="34569" y="17018"/>
                  </a:lnTo>
                  <a:lnTo>
                    <a:pt x="9334" y="17018"/>
                  </a:lnTo>
                  <a:lnTo>
                    <a:pt x="6451" y="18034"/>
                  </a:lnTo>
                  <a:lnTo>
                    <a:pt x="3873" y="20193"/>
                  </a:lnTo>
                  <a:lnTo>
                    <a:pt x="1282" y="22225"/>
                  </a:lnTo>
                  <a:lnTo>
                    <a:pt x="0" y="25781"/>
                  </a:lnTo>
                  <a:lnTo>
                    <a:pt x="0" y="237871"/>
                  </a:lnTo>
                  <a:lnTo>
                    <a:pt x="2946" y="240919"/>
                  </a:lnTo>
                  <a:lnTo>
                    <a:pt x="4635" y="241681"/>
                  </a:lnTo>
                  <a:lnTo>
                    <a:pt x="5588" y="241681"/>
                  </a:lnTo>
                  <a:lnTo>
                    <a:pt x="8750" y="242316"/>
                  </a:lnTo>
                  <a:lnTo>
                    <a:pt x="20688" y="242316"/>
                  </a:lnTo>
                  <a:lnTo>
                    <a:pt x="23863" y="241681"/>
                  </a:lnTo>
                  <a:lnTo>
                    <a:pt x="24815" y="241681"/>
                  </a:lnTo>
                  <a:lnTo>
                    <a:pt x="26606" y="240919"/>
                  </a:lnTo>
                  <a:lnTo>
                    <a:pt x="29819" y="237871"/>
                  </a:lnTo>
                  <a:lnTo>
                    <a:pt x="29819" y="41529"/>
                  </a:lnTo>
                  <a:lnTo>
                    <a:pt x="29997" y="41529"/>
                  </a:lnTo>
                  <a:lnTo>
                    <a:pt x="105587" y="237744"/>
                  </a:lnTo>
                  <a:lnTo>
                    <a:pt x="105892" y="238633"/>
                  </a:lnTo>
                  <a:lnTo>
                    <a:pt x="106413" y="239395"/>
                  </a:lnTo>
                  <a:lnTo>
                    <a:pt x="106565" y="239395"/>
                  </a:lnTo>
                  <a:lnTo>
                    <a:pt x="106895" y="239649"/>
                  </a:lnTo>
                  <a:lnTo>
                    <a:pt x="107772" y="240538"/>
                  </a:lnTo>
                  <a:lnTo>
                    <a:pt x="107975" y="240538"/>
                  </a:lnTo>
                  <a:lnTo>
                    <a:pt x="108635" y="240919"/>
                  </a:lnTo>
                  <a:lnTo>
                    <a:pt x="108800" y="240919"/>
                  </a:lnTo>
                  <a:lnTo>
                    <a:pt x="111112" y="241681"/>
                  </a:lnTo>
                  <a:lnTo>
                    <a:pt x="108712" y="241681"/>
                  </a:lnTo>
                  <a:lnTo>
                    <a:pt x="117360" y="242316"/>
                  </a:lnTo>
                  <a:lnTo>
                    <a:pt x="126847" y="242316"/>
                  </a:lnTo>
                  <a:lnTo>
                    <a:pt x="150837" y="197739"/>
                  </a:lnTo>
                  <a:lnTo>
                    <a:pt x="213779" y="41529"/>
                  </a:lnTo>
                  <a:lnTo>
                    <a:pt x="214122" y="41529"/>
                  </a:lnTo>
                  <a:lnTo>
                    <a:pt x="214122" y="237871"/>
                  </a:lnTo>
                  <a:lnTo>
                    <a:pt x="214363" y="238633"/>
                  </a:lnTo>
                  <a:lnTo>
                    <a:pt x="214845" y="239395"/>
                  </a:lnTo>
                  <a:lnTo>
                    <a:pt x="215315" y="240030"/>
                  </a:lnTo>
                  <a:lnTo>
                    <a:pt x="216115" y="240538"/>
                  </a:lnTo>
                  <a:lnTo>
                    <a:pt x="217258" y="240919"/>
                  </a:lnTo>
                  <a:lnTo>
                    <a:pt x="218948" y="241681"/>
                  </a:lnTo>
                  <a:lnTo>
                    <a:pt x="219938" y="241681"/>
                  </a:lnTo>
                  <a:lnTo>
                    <a:pt x="223189" y="242316"/>
                  </a:lnTo>
                  <a:lnTo>
                    <a:pt x="234873" y="242316"/>
                  </a:lnTo>
                  <a:lnTo>
                    <a:pt x="238048" y="241681"/>
                  </a:lnTo>
                  <a:lnTo>
                    <a:pt x="239001" y="241681"/>
                  </a:lnTo>
                  <a:lnTo>
                    <a:pt x="240715" y="240919"/>
                  </a:lnTo>
                  <a:lnTo>
                    <a:pt x="243890" y="237871"/>
                  </a:lnTo>
                  <a:lnTo>
                    <a:pt x="243890" y="41529"/>
                  </a:lnTo>
                  <a:lnTo>
                    <a:pt x="243890" y="28194"/>
                  </a:lnTo>
                  <a:close/>
                </a:path>
                <a:path w="836930" h="245110">
                  <a:moveTo>
                    <a:pt x="433628" y="80137"/>
                  </a:moveTo>
                  <a:lnTo>
                    <a:pt x="428040" y="76073"/>
                  </a:lnTo>
                  <a:lnTo>
                    <a:pt x="427202" y="76073"/>
                  </a:lnTo>
                  <a:lnTo>
                    <a:pt x="424357" y="75692"/>
                  </a:lnTo>
                  <a:lnTo>
                    <a:pt x="414070" y="75692"/>
                  </a:lnTo>
                  <a:lnTo>
                    <a:pt x="411403" y="76073"/>
                  </a:lnTo>
                  <a:lnTo>
                    <a:pt x="410514" y="76073"/>
                  </a:lnTo>
                  <a:lnTo>
                    <a:pt x="404926" y="80137"/>
                  </a:lnTo>
                  <a:lnTo>
                    <a:pt x="404926" y="190119"/>
                  </a:lnTo>
                  <a:lnTo>
                    <a:pt x="398995" y="197027"/>
                  </a:lnTo>
                  <a:lnTo>
                    <a:pt x="367969" y="220091"/>
                  </a:lnTo>
                  <a:lnTo>
                    <a:pt x="355269" y="220091"/>
                  </a:lnTo>
                  <a:lnTo>
                    <a:pt x="328599" y="188341"/>
                  </a:lnTo>
                  <a:lnTo>
                    <a:pt x="327837" y="180975"/>
                  </a:lnTo>
                  <a:lnTo>
                    <a:pt x="327837" y="80137"/>
                  </a:lnTo>
                  <a:lnTo>
                    <a:pt x="327710" y="79375"/>
                  </a:lnTo>
                  <a:lnTo>
                    <a:pt x="322249" y="76073"/>
                  </a:lnTo>
                  <a:lnTo>
                    <a:pt x="321411" y="76073"/>
                  </a:lnTo>
                  <a:lnTo>
                    <a:pt x="318566" y="75692"/>
                  </a:lnTo>
                  <a:lnTo>
                    <a:pt x="308406" y="75692"/>
                  </a:lnTo>
                  <a:lnTo>
                    <a:pt x="305739" y="76073"/>
                  </a:lnTo>
                  <a:lnTo>
                    <a:pt x="304723" y="76073"/>
                  </a:lnTo>
                  <a:lnTo>
                    <a:pt x="303199" y="76454"/>
                  </a:lnTo>
                  <a:lnTo>
                    <a:pt x="300913" y="77470"/>
                  </a:lnTo>
                  <a:lnTo>
                    <a:pt x="300151" y="78105"/>
                  </a:lnTo>
                  <a:lnTo>
                    <a:pt x="299770" y="78740"/>
                  </a:lnTo>
                  <a:lnTo>
                    <a:pt x="299262" y="79375"/>
                  </a:lnTo>
                  <a:lnTo>
                    <a:pt x="299300" y="183870"/>
                  </a:lnTo>
                  <a:lnTo>
                    <a:pt x="299605" y="188341"/>
                  </a:lnTo>
                  <a:lnTo>
                    <a:pt x="299720" y="190119"/>
                  </a:lnTo>
                  <a:lnTo>
                    <a:pt x="311454" y="225425"/>
                  </a:lnTo>
                  <a:lnTo>
                    <a:pt x="315772" y="231394"/>
                  </a:lnTo>
                  <a:lnTo>
                    <a:pt x="354888" y="244729"/>
                  </a:lnTo>
                  <a:lnTo>
                    <a:pt x="360095" y="244398"/>
                  </a:lnTo>
                  <a:lnTo>
                    <a:pt x="361099" y="244398"/>
                  </a:lnTo>
                  <a:lnTo>
                    <a:pt x="400939" y="223329"/>
                  </a:lnTo>
                  <a:lnTo>
                    <a:pt x="404050" y="220091"/>
                  </a:lnTo>
                  <a:lnTo>
                    <a:pt x="407593" y="216408"/>
                  </a:lnTo>
                  <a:lnTo>
                    <a:pt x="407593" y="237998"/>
                  </a:lnTo>
                  <a:lnTo>
                    <a:pt x="407847" y="238760"/>
                  </a:lnTo>
                  <a:lnTo>
                    <a:pt x="408228" y="239395"/>
                  </a:lnTo>
                  <a:lnTo>
                    <a:pt x="408482" y="240030"/>
                  </a:lnTo>
                  <a:lnTo>
                    <a:pt x="409244" y="240665"/>
                  </a:lnTo>
                  <a:lnTo>
                    <a:pt x="410133" y="241046"/>
                  </a:lnTo>
                  <a:lnTo>
                    <a:pt x="411149" y="241554"/>
                  </a:lnTo>
                  <a:lnTo>
                    <a:pt x="412838" y="242062"/>
                  </a:lnTo>
                  <a:lnTo>
                    <a:pt x="414197" y="242062"/>
                  </a:lnTo>
                  <a:lnTo>
                    <a:pt x="415848" y="242316"/>
                  </a:lnTo>
                  <a:lnTo>
                    <a:pt x="425119" y="242316"/>
                  </a:lnTo>
                  <a:lnTo>
                    <a:pt x="426770" y="242062"/>
                  </a:lnTo>
                  <a:lnTo>
                    <a:pt x="428117" y="242062"/>
                  </a:lnTo>
                  <a:lnTo>
                    <a:pt x="429818" y="241554"/>
                  </a:lnTo>
                  <a:lnTo>
                    <a:pt x="430834" y="241046"/>
                  </a:lnTo>
                  <a:lnTo>
                    <a:pt x="431977" y="240665"/>
                  </a:lnTo>
                  <a:lnTo>
                    <a:pt x="432612" y="240030"/>
                  </a:lnTo>
                  <a:lnTo>
                    <a:pt x="432904" y="239522"/>
                  </a:lnTo>
                  <a:lnTo>
                    <a:pt x="432993" y="239395"/>
                  </a:lnTo>
                  <a:lnTo>
                    <a:pt x="433501" y="238760"/>
                  </a:lnTo>
                  <a:lnTo>
                    <a:pt x="433628" y="237998"/>
                  </a:lnTo>
                  <a:lnTo>
                    <a:pt x="433628" y="216408"/>
                  </a:lnTo>
                  <a:lnTo>
                    <a:pt x="433628" y="80137"/>
                  </a:lnTo>
                  <a:close/>
                </a:path>
                <a:path w="836930" h="245110">
                  <a:moveTo>
                    <a:pt x="514527" y="4572"/>
                  </a:moveTo>
                  <a:lnTo>
                    <a:pt x="514273" y="3683"/>
                  </a:lnTo>
                  <a:lnTo>
                    <a:pt x="513765" y="3048"/>
                  </a:lnTo>
                  <a:lnTo>
                    <a:pt x="513384" y="2286"/>
                  </a:lnTo>
                  <a:lnTo>
                    <a:pt x="512622" y="1778"/>
                  </a:lnTo>
                  <a:lnTo>
                    <a:pt x="510590" y="762"/>
                  </a:lnTo>
                  <a:lnTo>
                    <a:pt x="509066" y="508"/>
                  </a:lnTo>
                  <a:lnTo>
                    <a:pt x="505383" y="0"/>
                  </a:lnTo>
                  <a:lnTo>
                    <a:pt x="495096" y="0"/>
                  </a:lnTo>
                  <a:lnTo>
                    <a:pt x="486079" y="3683"/>
                  </a:lnTo>
                  <a:lnTo>
                    <a:pt x="486079" y="238760"/>
                  </a:lnTo>
                  <a:lnTo>
                    <a:pt x="486460" y="239395"/>
                  </a:lnTo>
                  <a:lnTo>
                    <a:pt x="486968" y="240030"/>
                  </a:lnTo>
                  <a:lnTo>
                    <a:pt x="487730" y="240665"/>
                  </a:lnTo>
                  <a:lnTo>
                    <a:pt x="488746" y="241046"/>
                  </a:lnTo>
                  <a:lnTo>
                    <a:pt x="489889" y="241554"/>
                  </a:lnTo>
                  <a:lnTo>
                    <a:pt x="491744" y="242062"/>
                  </a:lnTo>
                  <a:lnTo>
                    <a:pt x="493191" y="242062"/>
                  </a:lnTo>
                  <a:lnTo>
                    <a:pt x="495096" y="242316"/>
                  </a:lnTo>
                  <a:lnTo>
                    <a:pt x="505383" y="242316"/>
                  </a:lnTo>
                  <a:lnTo>
                    <a:pt x="507288" y="242062"/>
                  </a:lnTo>
                  <a:lnTo>
                    <a:pt x="508558" y="242062"/>
                  </a:lnTo>
                  <a:lnTo>
                    <a:pt x="510590" y="241554"/>
                  </a:lnTo>
                  <a:lnTo>
                    <a:pt x="511606" y="241046"/>
                  </a:lnTo>
                  <a:lnTo>
                    <a:pt x="512622" y="240665"/>
                  </a:lnTo>
                  <a:lnTo>
                    <a:pt x="513384" y="240030"/>
                  </a:lnTo>
                  <a:lnTo>
                    <a:pt x="513765" y="239395"/>
                  </a:lnTo>
                  <a:lnTo>
                    <a:pt x="514273" y="238760"/>
                  </a:lnTo>
                  <a:lnTo>
                    <a:pt x="514527" y="237998"/>
                  </a:lnTo>
                  <a:lnTo>
                    <a:pt x="514527" y="4572"/>
                  </a:lnTo>
                  <a:close/>
                </a:path>
                <a:path w="836930" h="245110">
                  <a:moveTo>
                    <a:pt x="647877" y="86233"/>
                  </a:moveTo>
                  <a:lnTo>
                    <a:pt x="647750" y="84455"/>
                  </a:lnTo>
                  <a:lnTo>
                    <a:pt x="647242" y="81407"/>
                  </a:lnTo>
                  <a:lnTo>
                    <a:pt x="646861" y="80137"/>
                  </a:lnTo>
                  <a:lnTo>
                    <a:pt x="646353" y="79248"/>
                  </a:lnTo>
                  <a:lnTo>
                    <a:pt x="645845" y="78232"/>
                  </a:lnTo>
                  <a:lnTo>
                    <a:pt x="645210" y="77597"/>
                  </a:lnTo>
                  <a:lnTo>
                    <a:pt x="644575" y="77089"/>
                  </a:lnTo>
                  <a:lnTo>
                    <a:pt x="643813" y="76708"/>
                  </a:lnTo>
                  <a:lnTo>
                    <a:pt x="602030" y="76708"/>
                  </a:lnTo>
                  <a:lnTo>
                    <a:pt x="602030" y="38608"/>
                  </a:lnTo>
                  <a:lnTo>
                    <a:pt x="594791" y="34163"/>
                  </a:lnTo>
                  <a:lnTo>
                    <a:pt x="580694" y="34163"/>
                  </a:lnTo>
                  <a:lnTo>
                    <a:pt x="574090" y="37211"/>
                  </a:lnTo>
                  <a:lnTo>
                    <a:pt x="573582" y="37846"/>
                  </a:lnTo>
                  <a:lnTo>
                    <a:pt x="573455" y="38608"/>
                  </a:lnTo>
                  <a:lnTo>
                    <a:pt x="573455" y="76708"/>
                  </a:lnTo>
                  <a:lnTo>
                    <a:pt x="549960" y="76708"/>
                  </a:lnTo>
                  <a:lnTo>
                    <a:pt x="549198" y="77089"/>
                  </a:lnTo>
                  <a:lnTo>
                    <a:pt x="548563" y="77597"/>
                  </a:lnTo>
                  <a:lnTo>
                    <a:pt x="547928" y="78232"/>
                  </a:lnTo>
                  <a:lnTo>
                    <a:pt x="547420" y="79248"/>
                  </a:lnTo>
                  <a:lnTo>
                    <a:pt x="546912" y="80137"/>
                  </a:lnTo>
                  <a:lnTo>
                    <a:pt x="546658" y="81407"/>
                  </a:lnTo>
                  <a:lnTo>
                    <a:pt x="546277" y="82931"/>
                  </a:lnTo>
                  <a:lnTo>
                    <a:pt x="546023" y="84455"/>
                  </a:lnTo>
                  <a:lnTo>
                    <a:pt x="549833" y="100330"/>
                  </a:lnTo>
                  <a:lnTo>
                    <a:pt x="573455" y="100330"/>
                  </a:lnTo>
                  <a:lnTo>
                    <a:pt x="573455" y="200533"/>
                  </a:lnTo>
                  <a:lnTo>
                    <a:pt x="574217" y="208280"/>
                  </a:lnTo>
                  <a:lnTo>
                    <a:pt x="576211" y="215900"/>
                  </a:lnTo>
                  <a:lnTo>
                    <a:pt x="577646" y="221615"/>
                  </a:lnTo>
                  <a:lnTo>
                    <a:pt x="580313" y="227076"/>
                  </a:lnTo>
                  <a:lnTo>
                    <a:pt x="583996" y="231394"/>
                  </a:lnTo>
                  <a:lnTo>
                    <a:pt x="587679" y="235839"/>
                  </a:lnTo>
                  <a:lnTo>
                    <a:pt x="592505" y="239014"/>
                  </a:lnTo>
                  <a:lnTo>
                    <a:pt x="604050" y="243332"/>
                  </a:lnTo>
                  <a:lnTo>
                    <a:pt x="610920" y="244348"/>
                  </a:lnTo>
                  <a:lnTo>
                    <a:pt x="623493" y="244348"/>
                  </a:lnTo>
                  <a:lnTo>
                    <a:pt x="646480" y="235839"/>
                  </a:lnTo>
                  <a:lnTo>
                    <a:pt x="646607" y="235585"/>
                  </a:lnTo>
                  <a:lnTo>
                    <a:pt x="647115" y="233553"/>
                  </a:lnTo>
                  <a:lnTo>
                    <a:pt x="647623" y="231648"/>
                  </a:lnTo>
                  <a:lnTo>
                    <a:pt x="647877" y="228981"/>
                  </a:lnTo>
                  <a:lnTo>
                    <a:pt x="647877" y="223520"/>
                  </a:lnTo>
                  <a:lnTo>
                    <a:pt x="647750" y="221869"/>
                  </a:lnTo>
                  <a:lnTo>
                    <a:pt x="647395" y="219964"/>
                  </a:lnTo>
                  <a:lnTo>
                    <a:pt x="647357" y="219710"/>
                  </a:lnTo>
                  <a:lnTo>
                    <a:pt x="647242" y="219075"/>
                  </a:lnTo>
                  <a:lnTo>
                    <a:pt x="647128" y="218567"/>
                  </a:lnTo>
                  <a:lnTo>
                    <a:pt x="647014" y="218059"/>
                  </a:lnTo>
                  <a:lnTo>
                    <a:pt x="646734" y="217170"/>
                  </a:lnTo>
                  <a:lnTo>
                    <a:pt x="646353" y="216281"/>
                  </a:lnTo>
                  <a:lnTo>
                    <a:pt x="646061" y="215900"/>
                  </a:lnTo>
                  <a:lnTo>
                    <a:pt x="646214" y="215900"/>
                  </a:lnTo>
                  <a:lnTo>
                    <a:pt x="644448" y="215011"/>
                  </a:lnTo>
                  <a:lnTo>
                    <a:pt x="642924" y="215011"/>
                  </a:lnTo>
                  <a:lnTo>
                    <a:pt x="641908" y="215265"/>
                  </a:lnTo>
                  <a:lnTo>
                    <a:pt x="640765" y="215900"/>
                  </a:lnTo>
                  <a:lnTo>
                    <a:pt x="636574" y="217551"/>
                  </a:lnTo>
                  <a:lnTo>
                    <a:pt x="634923" y="218059"/>
                  </a:lnTo>
                  <a:lnTo>
                    <a:pt x="633145" y="218567"/>
                  </a:lnTo>
                  <a:lnTo>
                    <a:pt x="630986" y="219075"/>
                  </a:lnTo>
                  <a:lnTo>
                    <a:pt x="628954" y="219710"/>
                  </a:lnTo>
                  <a:lnTo>
                    <a:pt x="626541" y="219964"/>
                  </a:lnTo>
                  <a:lnTo>
                    <a:pt x="615746" y="219964"/>
                  </a:lnTo>
                  <a:lnTo>
                    <a:pt x="610019" y="217170"/>
                  </a:lnTo>
                  <a:lnTo>
                    <a:pt x="603669" y="206248"/>
                  </a:lnTo>
                  <a:lnTo>
                    <a:pt x="602030" y="198120"/>
                  </a:lnTo>
                  <a:lnTo>
                    <a:pt x="602030" y="100330"/>
                  </a:lnTo>
                  <a:lnTo>
                    <a:pt x="643813" y="100330"/>
                  </a:lnTo>
                  <a:lnTo>
                    <a:pt x="645210" y="99314"/>
                  </a:lnTo>
                  <a:lnTo>
                    <a:pt x="646226" y="97536"/>
                  </a:lnTo>
                  <a:lnTo>
                    <a:pt x="647242" y="95631"/>
                  </a:lnTo>
                  <a:lnTo>
                    <a:pt x="647877" y="92710"/>
                  </a:lnTo>
                  <a:lnTo>
                    <a:pt x="647877" y="86233"/>
                  </a:lnTo>
                  <a:close/>
                </a:path>
                <a:path w="836930" h="245110">
                  <a:moveTo>
                    <a:pt x="714171" y="80264"/>
                  </a:moveTo>
                  <a:lnTo>
                    <a:pt x="713917" y="79502"/>
                  </a:lnTo>
                  <a:lnTo>
                    <a:pt x="713409" y="78740"/>
                  </a:lnTo>
                  <a:lnTo>
                    <a:pt x="713028" y="78105"/>
                  </a:lnTo>
                  <a:lnTo>
                    <a:pt x="712266" y="77470"/>
                  </a:lnTo>
                  <a:lnTo>
                    <a:pt x="711250" y="77089"/>
                  </a:lnTo>
                  <a:lnTo>
                    <a:pt x="710234" y="76581"/>
                  </a:lnTo>
                  <a:lnTo>
                    <a:pt x="708710" y="76200"/>
                  </a:lnTo>
                  <a:lnTo>
                    <a:pt x="706932" y="75946"/>
                  </a:lnTo>
                  <a:lnTo>
                    <a:pt x="705027" y="75819"/>
                  </a:lnTo>
                  <a:lnTo>
                    <a:pt x="694740" y="75819"/>
                  </a:lnTo>
                  <a:lnTo>
                    <a:pt x="692835" y="75946"/>
                  </a:lnTo>
                  <a:lnTo>
                    <a:pt x="690930" y="76200"/>
                  </a:lnTo>
                  <a:lnTo>
                    <a:pt x="689533" y="76581"/>
                  </a:lnTo>
                  <a:lnTo>
                    <a:pt x="688390" y="77089"/>
                  </a:lnTo>
                  <a:lnTo>
                    <a:pt x="687374" y="77470"/>
                  </a:lnTo>
                  <a:lnTo>
                    <a:pt x="686612" y="78105"/>
                  </a:lnTo>
                  <a:lnTo>
                    <a:pt x="686104" y="78740"/>
                  </a:lnTo>
                  <a:lnTo>
                    <a:pt x="685723" y="79502"/>
                  </a:lnTo>
                  <a:lnTo>
                    <a:pt x="685723" y="238760"/>
                  </a:lnTo>
                  <a:lnTo>
                    <a:pt x="686104" y="239395"/>
                  </a:lnTo>
                  <a:lnTo>
                    <a:pt x="686612" y="240030"/>
                  </a:lnTo>
                  <a:lnTo>
                    <a:pt x="687374" y="240665"/>
                  </a:lnTo>
                  <a:lnTo>
                    <a:pt x="688390" y="241046"/>
                  </a:lnTo>
                  <a:lnTo>
                    <a:pt x="689533" y="241554"/>
                  </a:lnTo>
                  <a:lnTo>
                    <a:pt x="691388" y="242062"/>
                  </a:lnTo>
                  <a:lnTo>
                    <a:pt x="692835" y="242062"/>
                  </a:lnTo>
                  <a:lnTo>
                    <a:pt x="694740" y="242316"/>
                  </a:lnTo>
                  <a:lnTo>
                    <a:pt x="705027" y="242316"/>
                  </a:lnTo>
                  <a:lnTo>
                    <a:pt x="706932" y="242062"/>
                  </a:lnTo>
                  <a:lnTo>
                    <a:pt x="708202" y="242062"/>
                  </a:lnTo>
                  <a:lnTo>
                    <a:pt x="710234" y="241554"/>
                  </a:lnTo>
                  <a:lnTo>
                    <a:pt x="711250" y="241046"/>
                  </a:lnTo>
                  <a:lnTo>
                    <a:pt x="712266" y="240665"/>
                  </a:lnTo>
                  <a:lnTo>
                    <a:pt x="713028" y="240030"/>
                  </a:lnTo>
                  <a:lnTo>
                    <a:pt x="713409" y="239395"/>
                  </a:lnTo>
                  <a:lnTo>
                    <a:pt x="713917" y="238760"/>
                  </a:lnTo>
                  <a:lnTo>
                    <a:pt x="714171" y="237998"/>
                  </a:lnTo>
                  <a:lnTo>
                    <a:pt x="714171" y="80264"/>
                  </a:lnTo>
                  <a:close/>
                </a:path>
                <a:path w="836930" h="245110">
                  <a:moveTo>
                    <a:pt x="717473" y="21717"/>
                  </a:moveTo>
                  <a:lnTo>
                    <a:pt x="716229" y="17399"/>
                  </a:lnTo>
                  <a:lnTo>
                    <a:pt x="711250" y="12573"/>
                  </a:lnTo>
                  <a:lnTo>
                    <a:pt x="706678" y="11303"/>
                  </a:lnTo>
                  <a:lnTo>
                    <a:pt x="693089" y="11303"/>
                  </a:lnTo>
                  <a:lnTo>
                    <a:pt x="688390" y="12573"/>
                  </a:lnTo>
                  <a:lnTo>
                    <a:pt x="683310" y="17399"/>
                  </a:lnTo>
                  <a:lnTo>
                    <a:pt x="682104" y="21717"/>
                  </a:lnTo>
                  <a:lnTo>
                    <a:pt x="682040" y="35306"/>
                  </a:lnTo>
                  <a:lnTo>
                    <a:pt x="683310" y="39751"/>
                  </a:lnTo>
                  <a:lnTo>
                    <a:pt x="688263" y="44450"/>
                  </a:lnTo>
                  <a:lnTo>
                    <a:pt x="692835" y="45720"/>
                  </a:lnTo>
                  <a:lnTo>
                    <a:pt x="706424" y="45720"/>
                  </a:lnTo>
                  <a:lnTo>
                    <a:pt x="711123" y="44450"/>
                  </a:lnTo>
                  <a:lnTo>
                    <a:pt x="716064" y="39751"/>
                  </a:lnTo>
                  <a:lnTo>
                    <a:pt x="717397" y="35306"/>
                  </a:lnTo>
                  <a:lnTo>
                    <a:pt x="717473" y="21717"/>
                  </a:lnTo>
                  <a:close/>
                </a:path>
                <a:path w="836930" h="245110">
                  <a:moveTo>
                    <a:pt x="836599" y="151638"/>
                  </a:moveTo>
                  <a:lnTo>
                    <a:pt x="831392" y="142113"/>
                  </a:lnTo>
                  <a:lnTo>
                    <a:pt x="755954" y="142113"/>
                  </a:lnTo>
                  <a:lnTo>
                    <a:pt x="754303" y="142875"/>
                  </a:lnTo>
                  <a:lnTo>
                    <a:pt x="752271" y="146431"/>
                  </a:lnTo>
                  <a:lnTo>
                    <a:pt x="751763" y="149479"/>
                  </a:lnTo>
                  <a:lnTo>
                    <a:pt x="751763" y="158242"/>
                  </a:lnTo>
                  <a:lnTo>
                    <a:pt x="752271" y="161290"/>
                  </a:lnTo>
                  <a:lnTo>
                    <a:pt x="754303" y="164973"/>
                  </a:lnTo>
                  <a:lnTo>
                    <a:pt x="755954" y="165862"/>
                  </a:lnTo>
                  <a:lnTo>
                    <a:pt x="832408" y="165862"/>
                  </a:lnTo>
                  <a:lnTo>
                    <a:pt x="833932" y="164973"/>
                  </a:lnTo>
                  <a:lnTo>
                    <a:pt x="835964" y="161544"/>
                  </a:lnTo>
                  <a:lnTo>
                    <a:pt x="836599" y="158369"/>
                  </a:lnTo>
                  <a:lnTo>
                    <a:pt x="836599" y="153797"/>
                  </a:lnTo>
                  <a:lnTo>
                    <a:pt x="836599" y="15163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3AFE438-C63B-603B-0A5E-C9F416A1299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1383" y="2038985"/>
              <a:ext cx="698754" cy="243966"/>
            </a:xfrm>
            <a:prstGeom prst="rect">
              <a:avLst/>
            </a:prstGeom>
          </p:spPr>
        </p:pic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1A4449B3-0317-BB63-0DE3-079D15C7E2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8924" y="2049526"/>
            <a:ext cx="1328250" cy="233425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8958394D-51CB-160E-31ED-48BB7EC3E594}"/>
              </a:ext>
            </a:extLst>
          </p:cNvPr>
          <p:cNvSpPr/>
          <p:nvPr/>
        </p:nvSpPr>
        <p:spPr>
          <a:xfrm>
            <a:off x="757339" y="244970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562E9D4E-9826-3FCA-1233-3C410747A6A4}"/>
              </a:ext>
            </a:extLst>
          </p:cNvPr>
          <p:cNvGrpSpPr/>
          <p:nvPr/>
        </p:nvGrpSpPr>
        <p:grpSpPr>
          <a:xfrm>
            <a:off x="1043508" y="2465704"/>
            <a:ext cx="3948429" cy="244475"/>
            <a:chOff x="1043508" y="2465704"/>
            <a:chExt cx="3948429" cy="244475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38B2BEE9-BD58-E082-63D8-1C6CECE2986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508" y="2476245"/>
              <a:ext cx="1100378" cy="233425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1D14BEBB-2EC2-E463-C54B-147618F8B78D}"/>
                </a:ext>
              </a:extLst>
            </p:cNvPr>
            <p:cNvSpPr/>
            <p:nvPr/>
          </p:nvSpPr>
          <p:spPr>
            <a:xfrm>
              <a:off x="2180844" y="2465704"/>
              <a:ext cx="1628775" cy="244475"/>
            </a:xfrm>
            <a:custGeom>
              <a:avLst/>
              <a:gdLst/>
              <a:ahLst/>
              <a:cxnLst/>
              <a:rect l="l" t="t" r="r" b="b"/>
              <a:pathLst>
                <a:path w="1628775" h="244475">
                  <a:moveTo>
                    <a:pt x="84836" y="150876"/>
                  </a:moveTo>
                  <a:lnTo>
                    <a:pt x="79629" y="141351"/>
                  </a:lnTo>
                  <a:lnTo>
                    <a:pt x="4191" y="141351"/>
                  </a:lnTo>
                  <a:lnTo>
                    <a:pt x="2540" y="142113"/>
                  </a:lnTo>
                  <a:lnTo>
                    <a:pt x="508" y="145669"/>
                  </a:lnTo>
                  <a:lnTo>
                    <a:pt x="0" y="148717"/>
                  </a:lnTo>
                  <a:lnTo>
                    <a:pt x="0" y="157480"/>
                  </a:lnTo>
                  <a:lnTo>
                    <a:pt x="508" y="160528"/>
                  </a:lnTo>
                  <a:lnTo>
                    <a:pt x="2540" y="164211"/>
                  </a:lnTo>
                  <a:lnTo>
                    <a:pt x="4191" y="165100"/>
                  </a:lnTo>
                  <a:lnTo>
                    <a:pt x="80645" y="165100"/>
                  </a:lnTo>
                  <a:lnTo>
                    <a:pt x="82169" y="164211"/>
                  </a:lnTo>
                  <a:lnTo>
                    <a:pt x="84201" y="160782"/>
                  </a:lnTo>
                  <a:lnTo>
                    <a:pt x="84836" y="157607"/>
                  </a:lnTo>
                  <a:lnTo>
                    <a:pt x="84836" y="153035"/>
                  </a:lnTo>
                  <a:lnTo>
                    <a:pt x="84836" y="150876"/>
                  </a:lnTo>
                  <a:close/>
                </a:path>
                <a:path w="1628775" h="244475">
                  <a:moveTo>
                    <a:pt x="340868" y="78105"/>
                  </a:moveTo>
                  <a:lnTo>
                    <a:pt x="340487" y="77470"/>
                  </a:lnTo>
                  <a:lnTo>
                    <a:pt x="340106" y="76962"/>
                  </a:lnTo>
                  <a:lnTo>
                    <a:pt x="339344" y="76454"/>
                  </a:lnTo>
                  <a:lnTo>
                    <a:pt x="338823" y="76200"/>
                  </a:lnTo>
                  <a:lnTo>
                    <a:pt x="337439" y="75438"/>
                  </a:lnTo>
                  <a:lnTo>
                    <a:pt x="317627" y="75438"/>
                  </a:lnTo>
                  <a:lnTo>
                    <a:pt x="316865" y="75565"/>
                  </a:lnTo>
                  <a:lnTo>
                    <a:pt x="315468" y="76200"/>
                  </a:lnTo>
                  <a:lnTo>
                    <a:pt x="314706" y="76454"/>
                  </a:lnTo>
                  <a:lnTo>
                    <a:pt x="313944" y="76962"/>
                  </a:lnTo>
                  <a:lnTo>
                    <a:pt x="312928" y="78486"/>
                  </a:lnTo>
                  <a:lnTo>
                    <a:pt x="312762" y="78867"/>
                  </a:lnTo>
                  <a:lnTo>
                    <a:pt x="312648" y="79121"/>
                  </a:lnTo>
                  <a:lnTo>
                    <a:pt x="312547" y="79375"/>
                  </a:lnTo>
                  <a:lnTo>
                    <a:pt x="312420" y="79883"/>
                  </a:lnTo>
                  <a:lnTo>
                    <a:pt x="312293" y="80391"/>
                  </a:lnTo>
                  <a:lnTo>
                    <a:pt x="275209" y="209042"/>
                  </a:lnTo>
                  <a:lnTo>
                    <a:pt x="274955" y="210693"/>
                  </a:lnTo>
                  <a:lnTo>
                    <a:pt x="274701" y="209042"/>
                  </a:lnTo>
                  <a:lnTo>
                    <a:pt x="249097" y="120650"/>
                  </a:lnTo>
                  <a:lnTo>
                    <a:pt x="237426" y="80391"/>
                  </a:lnTo>
                  <a:lnTo>
                    <a:pt x="237159" y="79375"/>
                  </a:lnTo>
                  <a:lnTo>
                    <a:pt x="237109" y="79121"/>
                  </a:lnTo>
                  <a:lnTo>
                    <a:pt x="237020" y="78867"/>
                  </a:lnTo>
                  <a:lnTo>
                    <a:pt x="236893" y="78486"/>
                  </a:lnTo>
                  <a:lnTo>
                    <a:pt x="236651" y="78105"/>
                  </a:lnTo>
                  <a:lnTo>
                    <a:pt x="236347" y="77724"/>
                  </a:lnTo>
                  <a:lnTo>
                    <a:pt x="235839" y="76962"/>
                  </a:lnTo>
                  <a:lnTo>
                    <a:pt x="235077" y="76454"/>
                  </a:lnTo>
                  <a:lnTo>
                    <a:pt x="234391" y="76200"/>
                  </a:lnTo>
                  <a:lnTo>
                    <a:pt x="233045" y="75565"/>
                  </a:lnTo>
                  <a:lnTo>
                    <a:pt x="232333" y="75438"/>
                  </a:lnTo>
                  <a:lnTo>
                    <a:pt x="213423" y="75438"/>
                  </a:lnTo>
                  <a:lnTo>
                    <a:pt x="212725" y="75565"/>
                  </a:lnTo>
                  <a:lnTo>
                    <a:pt x="211366" y="76200"/>
                  </a:lnTo>
                  <a:lnTo>
                    <a:pt x="210693" y="76454"/>
                  </a:lnTo>
                  <a:lnTo>
                    <a:pt x="209931" y="76962"/>
                  </a:lnTo>
                  <a:lnTo>
                    <a:pt x="209423" y="77724"/>
                  </a:lnTo>
                  <a:lnTo>
                    <a:pt x="208788" y="78486"/>
                  </a:lnTo>
                  <a:lnTo>
                    <a:pt x="173736" y="209042"/>
                  </a:lnTo>
                  <a:lnTo>
                    <a:pt x="173355" y="210693"/>
                  </a:lnTo>
                  <a:lnTo>
                    <a:pt x="173101" y="209042"/>
                  </a:lnTo>
                  <a:lnTo>
                    <a:pt x="135382" y="80391"/>
                  </a:lnTo>
                  <a:lnTo>
                    <a:pt x="135255" y="79883"/>
                  </a:lnTo>
                  <a:lnTo>
                    <a:pt x="135128" y="79375"/>
                  </a:lnTo>
                  <a:lnTo>
                    <a:pt x="134620" y="78486"/>
                  </a:lnTo>
                  <a:lnTo>
                    <a:pt x="134239" y="77724"/>
                  </a:lnTo>
                  <a:lnTo>
                    <a:pt x="133731" y="76962"/>
                  </a:lnTo>
                  <a:lnTo>
                    <a:pt x="132969" y="76454"/>
                  </a:lnTo>
                  <a:lnTo>
                    <a:pt x="132283" y="76200"/>
                  </a:lnTo>
                  <a:lnTo>
                    <a:pt x="130937" y="75565"/>
                  </a:lnTo>
                  <a:lnTo>
                    <a:pt x="130162" y="75438"/>
                  </a:lnTo>
                  <a:lnTo>
                    <a:pt x="109601" y="75438"/>
                  </a:lnTo>
                  <a:lnTo>
                    <a:pt x="107315" y="76200"/>
                  </a:lnTo>
                  <a:lnTo>
                    <a:pt x="106997" y="76454"/>
                  </a:lnTo>
                  <a:lnTo>
                    <a:pt x="106476" y="76962"/>
                  </a:lnTo>
                  <a:lnTo>
                    <a:pt x="106172" y="77470"/>
                  </a:lnTo>
                  <a:lnTo>
                    <a:pt x="105664" y="78105"/>
                  </a:lnTo>
                  <a:lnTo>
                    <a:pt x="152527" y="235458"/>
                  </a:lnTo>
                  <a:lnTo>
                    <a:pt x="154178" y="238379"/>
                  </a:lnTo>
                  <a:lnTo>
                    <a:pt x="154901" y="239395"/>
                  </a:lnTo>
                  <a:lnTo>
                    <a:pt x="155028" y="239395"/>
                  </a:lnTo>
                  <a:lnTo>
                    <a:pt x="156171" y="240030"/>
                  </a:lnTo>
                  <a:lnTo>
                    <a:pt x="156413" y="240030"/>
                  </a:lnTo>
                  <a:lnTo>
                    <a:pt x="157353" y="240284"/>
                  </a:lnTo>
                  <a:lnTo>
                    <a:pt x="159092" y="240919"/>
                  </a:lnTo>
                  <a:lnTo>
                    <a:pt x="159385" y="240919"/>
                  </a:lnTo>
                  <a:lnTo>
                    <a:pt x="161290" y="241300"/>
                  </a:lnTo>
                  <a:lnTo>
                    <a:pt x="162941" y="241300"/>
                  </a:lnTo>
                  <a:lnTo>
                    <a:pt x="165100" y="241554"/>
                  </a:lnTo>
                  <a:lnTo>
                    <a:pt x="178181" y="241554"/>
                  </a:lnTo>
                  <a:lnTo>
                    <a:pt x="182753" y="241300"/>
                  </a:lnTo>
                  <a:lnTo>
                    <a:pt x="197891" y="210693"/>
                  </a:lnTo>
                  <a:lnTo>
                    <a:pt x="221615" y="122174"/>
                  </a:lnTo>
                  <a:lnTo>
                    <a:pt x="221996" y="120650"/>
                  </a:lnTo>
                  <a:lnTo>
                    <a:pt x="222250" y="122174"/>
                  </a:lnTo>
                  <a:lnTo>
                    <a:pt x="255016" y="235458"/>
                  </a:lnTo>
                  <a:lnTo>
                    <a:pt x="255397" y="236601"/>
                  </a:lnTo>
                  <a:lnTo>
                    <a:pt x="256032" y="237744"/>
                  </a:lnTo>
                  <a:lnTo>
                    <a:pt x="256667" y="238379"/>
                  </a:lnTo>
                  <a:lnTo>
                    <a:pt x="256844" y="238633"/>
                  </a:lnTo>
                  <a:lnTo>
                    <a:pt x="257492" y="239395"/>
                  </a:lnTo>
                  <a:lnTo>
                    <a:pt x="258521" y="240030"/>
                  </a:lnTo>
                  <a:lnTo>
                    <a:pt x="258826" y="240030"/>
                  </a:lnTo>
                  <a:lnTo>
                    <a:pt x="259842" y="240284"/>
                  </a:lnTo>
                  <a:lnTo>
                    <a:pt x="261581" y="240919"/>
                  </a:lnTo>
                  <a:lnTo>
                    <a:pt x="261874" y="240919"/>
                  </a:lnTo>
                  <a:lnTo>
                    <a:pt x="263779" y="241300"/>
                  </a:lnTo>
                  <a:lnTo>
                    <a:pt x="265684" y="241300"/>
                  </a:lnTo>
                  <a:lnTo>
                    <a:pt x="268097" y="241554"/>
                  </a:lnTo>
                  <a:lnTo>
                    <a:pt x="281051" y="241554"/>
                  </a:lnTo>
                  <a:lnTo>
                    <a:pt x="293497" y="235458"/>
                  </a:lnTo>
                  <a:lnTo>
                    <a:pt x="301167" y="210693"/>
                  </a:lnTo>
                  <a:lnTo>
                    <a:pt x="339471" y="87249"/>
                  </a:lnTo>
                  <a:lnTo>
                    <a:pt x="340106" y="85471"/>
                  </a:lnTo>
                  <a:lnTo>
                    <a:pt x="340487" y="84074"/>
                  </a:lnTo>
                  <a:lnTo>
                    <a:pt x="340741" y="82931"/>
                  </a:lnTo>
                  <a:lnTo>
                    <a:pt x="340868" y="78105"/>
                  </a:lnTo>
                  <a:close/>
                </a:path>
                <a:path w="1628775" h="244475">
                  <a:moveTo>
                    <a:pt x="405892" y="79502"/>
                  </a:moveTo>
                  <a:lnTo>
                    <a:pt x="405638" y="78740"/>
                  </a:lnTo>
                  <a:lnTo>
                    <a:pt x="405130" y="77978"/>
                  </a:lnTo>
                  <a:lnTo>
                    <a:pt x="404749" y="77343"/>
                  </a:lnTo>
                  <a:lnTo>
                    <a:pt x="403987" y="76708"/>
                  </a:lnTo>
                  <a:lnTo>
                    <a:pt x="402971" y="76327"/>
                  </a:lnTo>
                  <a:lnTo>
                    <a:pt x="401955" y="75819"/>
                  </a:lnTo>
                  <a:lnTo>
                    <a:pt x="400431" y="75438"/>
                  </a:lnTo>
                  <a:lnTo>
                    <a:pt x="398653" y="75184"/>
                  </a:lnTo>
                  <a:lnTo>
                    <a:pt x="384556" y="75184"/>
                  </a:lnTo>
                  <a:lnTo>
                    <a:pt x="382651" y="75438"/>
                  </a:lnTo>
                  <a:lnTo>
                    <a:pt x="381254" y="75819"/>
                  </a:lnTo>
                  <a:lnTo>
                    <a:pt x="380111" y="76327"/>
                  </a:lnTo>
                  <a:lnTo>
                    <a:pt x="379095" y="76708"/>
                  </a:lnTo>
                  <a:lnTo>
                    <a:pt x="378333" y="77343"/>
                  </a:lnTo>
                  <a:lnTo>
                    <a:pt x="377825" y="77978"/>
                  </a:lnTo>
                  <a:lnTo>
                    <a:pt x="377444" y="78740"/>
                  </a:lnTo>
                  <a:lnTo>
                    <a:pt x="377444" y="237998"/>
                  </a:lnTo>
                  <a:lnTo>
                    <a:pt x="377825" y="238633"/>
                  </a:lnTo>
                  <a:lnTo>
                    <a:pt x="378333" y="239268"/>
                  </a:lnTo>
                  <a:lnTo>
                    <a:pt x="379095" y="239903"/>
                  </a:lnTo>
                  <a:lnTo>
                    <a:pt x="380111" y="240284"/>
                  </a:lnTo>
                  <a:lnTo>
                    <a:pt x="381254" y="240792"/>
                  </a:lnTo>
                  <a:lnTo>
                    <a:pt x="383108" y="241300"/>
                  </a:lnTo>
                  <a:lnTo>
                    <a:pt x="384556" y="241300"/>
                  </a:lnTo>
                  <a:lnTo>
                    <a:pt x="386461" y="241554"/>
                  </a:lnTo>
                  <a:lnTo>
                    <a:pt x="396748" y="241554"/>
                  </a:lnTo>
                  <a:lnTo>
                    <a:pt x="398653" y="241300"/>
                  </a:lnTo>
                  <a:lnTo>
                    <a:pt x="399923" y="241300"/>
                  </a:lnTo>
                  <a:lnTo>
                    <a:pt x="401955" y="240792"/>
                  </a:lnTo>
                  <a:lnTo>
                    <a:pt x="402971" y="240284"/>
                  </a:lnTo>
                  <a:lnTo>
                    <a:pt x="403987" y="239903"/>
                  </a:lnTo>
                  <a:lnTo>
                    <a:pt x="404749" y="239268"/>
                  </a:lnTo>
                  <a:lnTo>
                    <a:pt x="405130" y="238633"/>
                  </a:lnTo>
                  <a:lnTo>
                    <a:pt x="405638" y="237998"/>
                  </a:lnTo>
                  <a:lnTo>
                    <a:pt x="405892" y="237236"/>
                  </a:lnTo>
                  <a:lnTo>
                    <a:pt x="405892" y="79502"/>
                  </a:lnTo>
                  <a:close/>
                </a:path>
                <a:path w="1628775" h="244475">
                  <a:moveTo>
                    <a:pt x="409194" y="20955"/>
                  </a:moveTo>
                  <a:lnTo>
                    <a:pt x="407949" y="16637"/>
                  </a:lnTo>
                  <a:lnTo>
                    <a:pt x="402971" y="11811"/>
                  </a:lnTo>
                  <a:lnTo>
                    <a:pt x="398399" y="10541"/>
                  </a:lnTo>
                  <a:lnTo>
                    <a:pt x="384810" y="10541"/>
                  </a:lnTo>
                  <a:lnTo>
                    <a:pt x="380111" y="11811"/>
                  </a:lnTo>
                  <a:lnTo>
                    <a:pt x="375031" y="16637"/>
                  </a:lnTo>
                  <a:lnTo>
                    <a:pt x="373824" y="20955"/>
                  </a:lnTo>
                  <a:lnTo>
                    <a:pt x="373761" y="34544"/>
                  </a:lnTo>
                  <a:lnTo>
                    <a:pt x="374992" y="38862"/>
                  </a:lnTo>
                  <a:lnTo>
                    <a:pt x="375031" y="38989"/>
                  </a:lnTo>
                  <a:lnTo>
                    <a:pt x="379984" y="43688"/>
                  </a:lnTo>
                  <a:lnTo>
                    <a:pt x="384556" y="44958"/>
                  </a:lnTo>
                  <a:lnTo>
                    <a:pt x="398145" y="44958"/>
                  </a:lnTo>
                  <a:lnTo>
                    <a:pt x="402844" y="43688"/>
                  </a:lnTo>
                  <a:lnTo>
                    <a:pt x="407924" y="38862"/>
                  </a:lnTo>
                  <a:lnTo>
                    <a:pt x="409117" y="34544"/>
                  </a:lnTo>
                  <a:lnTo>
                    <a:pt x="409194" y="20955"/>
                  </a:lnTo>
                  <a:close/>
                </a:path>
                <a:path w="1628775" h="244475">
                  <a:moveTo>
                    <a:pt x="556006" y="187198"/>
                  </a:moveTo>
                  <a:lnTo>
                    <a:pt x="554977" y="181991"/>
                  </a:lnTo>
                  <a:lnTo>
                    <a:pt x="554863" y="181356"/>
                  </a:lnTo>
                  <a:lnTo>
                    <a:pt x="552577" y="176530"/>
                  </a:lnTo>
                  <a:lnTo>
                    <a:pt x="521335" y="150495"/>
                  </a:lnTo>
                  <a:lnTo>
                    <a:pt x="511429" y="146685"/>
                  </a:lnTo>
                  <a:lnTo>
                    <a:pt x="506603" y="144653"/>
                  </a:lnTo>
                  <a:lnTo>
                    <a:pt x="476758" y="121666"/>
                  </a:lnTo>
                  <a:lnTo>
                    <a:pt x="476758" y="113919"/>
                  </a:lnTo>
                  <a:lnTo>
                    <a:pt x="483997" y="100965"/>
                  </a:lnTo>
                  <a:lnTo>
                    <a:pt x="485990" y="99187"/>
                  </a:lnTo>
                  <a:lnTo>
                    <a:pt x="501015" y="94615"/>
                  </a:lnTo>
                  <a:lnTo>
                    <a:pt x="511302" y="94615"/>
                  </a:lnTo>
                  <a:lnTo>
                    <a:pt x="538988" y="104775"/>
                  </a:lnTo>
                  <a:lnTo>
                    <a:pt x="541020" y="106045"/>
                  </a:lnTo>
                  <a:lnTo>
                    <a:pt x="542836" y="106807"/>
                  </a:lnTo>
                  <a:lnTo>
                    <a:pt x="543877" y="106807"/>
                  </a:lnTo>
                  <a:lnTo>
                    <a:pt x="546862" y="104013"/>
                  </a:lnTo>
                  <a:lnTo>
                    <a:pt x="547370" y="103124"/>
                  </a:lnTo>
                  <a:lnTo>
                    <a:pt x="547573" y="102108"/>
                  </a:lnTo>
                  <a:lnTo>
                    <a:pt x="547674" y="101219"/>
                  </a:lnTo>
                  <a:lnTo>
                    <a:pt x="547738" y="100584"/>
                  </a:lnTo>
                  <a:lnTo>
                    <a:pt x="547979" y="99187"/>
                  </a:lnTo>
                  <a:lnTo>
                    <a:pt x="548005" y="94615"/>
                  </a:lnTo>
                  <a:lnTo>
                    <a:pt x="548005" y="91948"/>
                  </a:lnTo>
                  <a:lnTo>
                    <a:pt x="547751" y="90678"/>
                  </a:lnTo>
                  <a:lnTo>
                    <a:pt x="547624" y="89408"/>
                  </a:lnTo>
                  <a:lnTo>
                    <a:pt x="547370" y="88392"/>
                  </a:lnTo>
                  <a:lnTo>
                    <a:pt x="547243" y="87503"/>
                  </a:lnTo>
                  <a:lnTo>
                    <a:pt x="547116" y="86614"/>
                  </a:lnTo>
                  <a:lnTo>
                    <a:pt x="546354" y="85090"/>
                  </a:lnTo>
                  <a:lnTo>
                    <a:pt x="545973" y="84455"/>
                  </a:lnTo>
                  <a:lnTo>
                    <a:pt x="545211" y="83566"/>
                  </a:lnTo>
                  <a:lnTo>
                    <a:pt x="543941" y="82677"/>
                  </a:lnTo>
                  <a:lnTo>
                    <a:pt x="542798" y="81788"/>
                  </a:lnTo>
                  <a:lnTo>
                    <a:pt x="540893" y="80645"/>
                  </a:lnTo>
                  <a:lnTo>
                    <a:pt x="538607" y="79502"/>
                  </a:lnTo>
                  <a:lnTo>
                    <a:pt x="536194" y="78232"/>
                  </a:lnTo>
                  <a:lnTo>
                    <a:pt x="533400" y="77089"/>
                  </a:lnTo>
                  <a:lnTo>
                    <a:pt x="529971" y="76073"/>
                  </a:lnTo>
                  <a:lnTo>
                    <a:pt x="526669" y="75057"/>
                  </a:lnTo>
                  <a:lnTo>
                    <a:pt x="522859" y="74168"/>
                  </a:lnTo>
                  <a:lnTo>
                    <a:pt x="518668" y="73533"/>
                  </a:lnTo>
                  <a:lnTo>
                    <a:pt x="514604" y="72771"/>
                  </a:lnTo>
                  <a:lnTo>
                    <a:pt x="510413" y="72517"/>
                  </a:lnTo>
                  <a:lnTo>
                    <a:pt x="496824" y="72517"/>
                  </a:lnTo>
                  <a:lnTo>
                    <a:pt x="458851" y="90678"/>
                  </a:lnTo>
                  <a:lnTo>
                    <a:pt x="449326" y="112649"/>
                  </a:lnTo>
                  <a:lnTo>
                    <a:pt x="449326" y="125730"/>
                  </a:lnTo>
                  <a:lnTo>
                    <a:pt x="474218" y="158496"/>
                  </a:lnTo>
                  <a:lnTo>
                    <a:pt x="478917" y="161036"/>
                  </a:lnTo>
                  <a:lnTo>
                    <a:pt x="483743" y="163322"/>
                  </a:lnTo>
                  <a:lnTo>
                    <a:pt x="488696" y="165227"/>
                  </a:lnTo>
                  <a:lnTo>
                    <a:pt x="493522" y="167259"/>
                  </a:lnTo>
                  <a:lnTo>
                    <a:pt x="524383" y="185039"/>
                  </a:lnTo>
                  <a:lnTo>
                    <a:pt x="526669" y="187960"/>
                  </a:lnTo>
                  <a:lnTo>
                    <a:pt x="527685" y="191643"/>
                  </a:lnTo>
                  <a:lnTo>
                    <a:pt x="527685" y="200406"/>
                  </a:lnTo>
                  <a:lnTo>
                    <a:pt x="526923" y="204089"/>
                  </a:lnTo>
                  <a:lnTo>
                    <a:pt x="525526" y="206883"/>
                  </a:lnTo>
                  <a:lnTo>
                    <a:pt x="523989" y="210058"/>
                  </a:lnTo>
                  <a:lnTo>
                    <a:pt x="523875" y="210312"/>
                  </a:lnTo>
                  <a:lnTo>
                    <a:pt x="521589" y="212852"/>
                  </a:lnTo>
                  <a:lnTo>
                    <a:pt x="518668" y="214884"/>
                  </a:lnTo>
                  <a:lnTo>
                    <a:pt x="515874" y="216916"/>
                  </a:lnTo>
                  <a:lnTo>
                    <a:pt x="512445" y="218440"/>
                  </a:lnTo>
                  <a:lnTo>
                    <a:pt x="508508" y="219456"/>
                  </a:lnTo>
                  <a:lnTo>
                    <a:pt x="504571" y="220599"/>
                  </a:lnTo>
                  <a:lnTo>
                    <a:pt x="500126" y="221107"/>
                  </a:lnTo>
                  <a:lnTo>
                    <a:pt x="488823" y="221107"/>
                  </a:lnTo>
                  <a:lnTo>
                    <a:pt x="453517" y="206883"/>
                  </a:lnTo>
                  <a:lnTo>
                    <a:pt x="451739" y="206121"/>
                  </a:lnTo>
                  <a:lnTo>
                    <a:pt x="449580" y="206121"/>
                  </a:lnTo>
                  <a:lnTo>
                    <a:pt x="448945" y="206375"/>
                  </a:lnTo>
                  <a:lnTo>
                    <a:pt x="447675" y="207137"/>
                  </a:lnTo>
                  <a:lnTo>
                    <a:pt x="447167" y="207772"/>
                  </a:lnTo>
                  <a:lnTo>
                    <a:pt x="446874" y="208534"/>
                  </a:lnTo>
                  <a:lnTo>
                    <a:pt x="446405" y="209677"/>
                  </a:lnTo>
                  <a:lnTo>
                    <a:pt x="446151" y="210947"/>
                  </a:lnTo>
                  <a:lnTo>
                    <a:pt x="445681" y="213614"/>
                  </a:lnTo>
                  <a:lnTo>
                    <a:pt x="445643" y="213868"/>
                  </a:lnTo>
                  <a:lnTo>
                    <a:pt x="445516" y="221488"/>
                  </a:lnTo>
                  <a:lnTo>
                    <a:pt x="445897" y="224409"/>
                  </a:lnTo>
                  <a:lnTo>
                    <a:pt x="479615" y="242824"/>
                  </a:lnTo>
                  <a:lnTo>
                    <a:pt x="479755" y="242824"/>
                  </a:lnTo>
                  <a:lnTo>
                    <a:pt x="483997" y="243459"/>
                  </a:lnTo>
                  <a:lnTo>
                    <a:pt x="489204" y="243967"/>
                  </a:lnTo>
                  <a:lnTo>
                    <a:pt x="503809" y="243967"/>
                  </a:lnTo>
                  <a:lnTo>
                    <a:pt x="512064" y="242824"/>
                  </a:lnTo>
                  <a:lnTo>
                    <a:pt x="527050" y="238506"/>
                  </a:lnTo>
                  <a:lnTo>
                    <a:pt x="533527" y="235204"/>
                  </a:lnTo>
                  <a:lnTo>
                    <a:pt x="538988" y="230886"/>
                  </a:lnTo>
                  <a:lnTo>
                    <a:pt x="544449" y="226695"/>
                  </a:lnTo>
                  <a:lnTo>
                    <a:pt x="548538" y="221488"/>
                  </a:lnTo>
                  <a:lnTo>
                    <a:pt x="548754" y="221107"/>
                  </a:lnTo>
                  <a:lnTo>
                    <a:pt x="554482" y="208915"/>
                  </a:lnTo>
                  <a:lnTo>
                    <a:pt x="556006" y="201803"/>
                  </a:lnTo>
                  <a:lnTo>
                    <a:pt x="556006" y="187198"/>
                  </a:lnTo>
                  <a:close/>
                </a:path>
                <a:path w="1628775" h="244475">
                  <a:moveTo>
                    <a:pt x="729869" y="156083"/>
                  </a:moveTo>
                  <a:lnTo>
                    <a:pt x="729754" y="143002"/>
                  </a:lnTo>
                  <a:lnTo>
                    <a:pt x="729653" y="139865"/>
                  </a:lnTo>
                  <a:lnTo>
                    <a:pt x="729627" y="138811"/>
                  </a:lnTo>
                  <a:lnTo>
                    <a:pt x="728980" y="132372"/>
                  </a:lnTo>
                  <a:lnTo>
                    <a:pt x="728891" y="131533"/>
                  </a:lnTo>
                  <a:lnTo>
                    <a:pt x="727710" y="124714"/>
                  </a:lnTo>
                  <a:lnTo>
                    <a:pt x="727671" y="124472"/>
                  </a:lnTo>
                  <a:lnTo>
                    <a:pt x="714209" y="94869"/>
                  </a:lnTo>
                  <a:lnTo>
                    <a:pt x="713740" y="94234"/>
                  </a:lnTo>
                  <a:lnTo>
                    <a:pt x="709282" y="89522"/>
                  </a:lnTo>
                  <a:lnTo>
                    <a:pt x="704278" y="85305"/>
                  </a:lnTo>
                  <a:lnTo>
                    <a:pt x="701167" y="83235"/>
                  </a:lnTo>
                  <a:lnTo>
                    <a:pt x="701167" y="143002"/>
                  </a:lnTo>
                  <a:lnTo>
                    <a:pt x="615950" y="143002"/>
                  </a:lnTo>
                  <a:lnTo>
                    <a:pt x="616064" y="139865"/>
                  </a:lnTo>
                  <a:lnTo>
                    <a:pt x="616115" y="138811"/>
                  </a:lnTo>
                  <a:lnTo>
                    <a:pt x="616204" y="136652"/>
                  </a:lnTo>
                  <a:lnTo>
                    <a:pt x="635673" y="101549"/>
                  </a:lnTo>
                  <a:lnTo>
                    <a:pt x="652653" y="94869"/>
                  </a:lnTo>
                  <a:lnTo>
                    <a:pt x="659765" y="94869"/>
                  </a:lnTo>
                  <a:lnTo>
                    <a:pt x="695680" y="114706"/>
                  </a:lnTo>
                  <a:lnTo>
                    <a:pt x="701167" y="143002"/>
                  </a:lnTo>
                  <a:lnTo>
                    <a:pt x="701167" y="83235"/>
                  </a:lnTo>
                  <a:lnTo>
                    <a:pt x="661289" y="72517"/>
                  </a:lnTo>
                  <a:lnTo>
                    <a:pt x="652843" y="72885"/>
                  </a:lnTo>
                  <a:lnTo>
                    <a:pt x="611670" y="90347"/>
                  </a:lnTo>
                  <a:lnTo>
                    <a:pt x="591527" y="122923"/>
                  </a:lnTo>
                  <a:lnTo>
                    <a:pt x="586447" y="156083"/>
                  </a:lnTo>
                  <a:lnTo>
                    <a:pt x="586498" y="163957"/>
                  </a:lnTo>
                  <a:lnTo>
                    <a:pt x="594169" y="203746"/>
                  </a:lnTo>
                  <a:lnTo>
                    <a:pt x="601522" y="216789"/>
                  </a:lnTo>
                  <a:lnTo>
                    <a:pt x="601649" y="216992"/>
                  </a:lnTo>
                  <a:lnTo>
                    <a:pt x="638200" y="240969"/>
                  </a:lnTo>
                  <a:lnTo>
                    <a:pt x="664337" y="243967"/>
                  </a:lnTo>
                  <a:lnTo>
                    <a:pt x="671703" y="243967"/>
                  </a:lnTo>
                  <a:lnTo>
                    <a:pt x="711454" y="235712"/>
                  </a:lnTo>
                  <a:lnTo>
                    <a:pt x="722630" y="226822"/>
                  </a:lnTo>
                  <a:lnTo>
                    <a:pt x="722884" y="226060"/>
                  </a:lnTo>
                  <a:lnTo>
                    <a:pt x="723011" y="225044"/>
                  </a:lnTo>
                  <a:lnTo>
                    <a:pt x="723011" y="220726"/>
                  </a:lnTo>
                  <a:lnTo>
                    <a:pt x="719455" y="208915"/>
                  </a:lnTo>
                  <a:lnTo>
                    <a:pt x="717169" y="208915"/>
                  </a:lnTo>
                  <a:lnTo>
                    <a:pt x="715137" y="209550"/>
                  </a:lnTo>
                  <a:lnTo>
                    <a:pt x="712470" y="210693"/>
                  </a:lnTo>
                  <a:lnTo>
                    <a:pt x="709676" y="211963"/>
                  </a:lnTo>
                  <a:lnTo>
                    <a:pt x="706247" y="213360"/>
                  </a:lnTo>
                  <a:lnTo>
                    <a:pt x="701929" y="214757"/>
                  </a:lnTo>
                  <a:lnTo>
                    <a:pt x="697738" y="216281"/>
                  </a:lnTo>
                  <a:lnTo>
                    <a:pt x="692658" y="217678"/>
                  </a:lnTo>
                  <a:lnTo>
                    <a:pt x="686943" y="218948"/>
                  </a:lnTo>
                  <a:lnTo>
                    <a:pt x="681101" y="220091"/>
                  </a:lnTo>
                  <a:lnTo>
                    <a:pt x="674497" y="220726"/>
                  </a:lnTo>
                  <a:lnTo>
                    <a:pt x="657606" y="220726"/>
                  </a:lnTo>
                  <a:lnTo>
                    <a:pt x="627253" y="205232"/>
                  </a:lnTo>
                  <a:lnTo>
                    <a:pt x="623189" y="200279"/>
                  </a:lnTo>
                  <a:lnTo>
                    <a:pt x="620268" y="194310"/>
                  </a:lnTo>
                  <a:lnTo>
                    <a:pt x="618693" y="187782"/>
                  </a:lnTo>
                  <a:lnTo>
                    <a:pt x="616839" y="180467"/>
                  </a:lnTo>
                  <a:lnTo>
                    <a:pt x="615950" y="172720"/>
                  </a:lnTo>
                  <a:lnTo>
                    <a:pt x="615950" y="163957"/>
                  </a:lnTo>
                  <a:lnTo>
                    <a:pt x="721614" y="163957"/>
                  </a:lnTo>
                  <a:lnTo>
                    <a:pt x="724281" y="163068"/>
                  </a:lnTo>
                  <a:lnTo>
                    <a:pt x="726440" y="161163"/>
                  </a:lnTo>
                  <a:lnTo>
                    <a:pt x="728726" y="159258"/>
                  </a:lnTo>
                  <a:lnTo>
                    <a:pt x="729869" y="156083"/>
                  </a:lnTo>
                  <a:close/>
                </a:path>
                <a:path w="1628775" h="244475">
                  <a:moveTo>
                    <a:pt x="981456" y="25019"/>
                  </a:moveTo>
                  <a:lnTo>
                    <a:pt x="978281" y="17145"/>
                  </a:lnTo>
                  <a:lnTo>
                    <a:pt x="977265" y="16510"/>
                  </a:lnTo>
                  <a:lnTo>
                    <a:pt x="976503" y="16256"/>
                  </a:lnTo>
                  <a:lnTo>
                    <a:pt x="872109" y="16256"/>
                  </a:lnTo>
                  <a:lnTo>
                    <a:pt x="869569" y="17145"/>
                  </a:lnTo>
                  <a:lnTo>
                    <a:pt x="864870" y="20828"/>
                  </a:lnTo>
                  <a:lnTo>
                    <a:pt x="863727" y="23876"/>
                  </a:lnTo>
                  <a:lnTo>
                    <a:pt x="863727" y="236982"/>
                  </a:lnTo>
                  <a:lnTo>
                    <a:pt x="863854" y="237744"/>
                  </a:lnTo>
                  <a:lnTo>
                    <a:pt x="864870" y="239268"/>
                  </a:lnTo>
                  <a:lnTo>
                    <a:pt x="865632" y="239776"/>
                  </a:lnTo>
                  <a:lnTo>
                    <a:pt x="866775" y="240157"/>
                  </a:lnTo>
                  <a:lnTo>
                    <a:pt x="867918" y="240665"/>
                  </a:lnTo>
                  <a:lnTo>
                    <a:pt x="869569" y="240919"/>
                  </a:lnTo>
                  <a:lnTo>
                    <a:pt x="871474" y="241300"/>
                  </a:lnTo>
                  <a:lnTo>
                    <a:pt x="873379" y="241554"/>
                  </a:lnTo>
                  <a:lnTo>
                    <a:pt x="884047" y="241554"/>
                  </a:lnTo>
                  <a:lnTo>
                    <a:pt x="885825" y="241300"/>
                  </a:lnTo>
                  <a:lnTo>
                    <a:pt x="887730" y="240919"/>
                  </a:lnTo>
                  <a:lnTo>
                    <a:pt x="889254" y="240665"/>
                  </a:lnTo>
                  <a:lnTo>
                    <a:pt x="890397" y="240157"/>
                  </a:lnTo>
                  <a:lnTo>
                    <a:pt x="891540" y="239776"/>
                  </a:lnTo>
                  <a:lnTo>
                    <a:pt x="892302" y="239268"/>
                  </a:lnTo>
                  <a:lnTo>
                    <a:pt x="893318" y="237744"/>
                  </a:lnTo>
                  <a:lnTo>
                    <a:pt x="893445" y="142748"/>
                  </a:lnTo>
                  <a:lnTo>
                    <a:pt x="971931" y="142748"/>
                  </a:lnTo>
                  <a:lnTo>
                    <a:pt x="972820" y="142494"/>
                  </a:lnTo>
                  <a:lnTo>
                    <a:pt x="973455" y="141859"/>
                  </a:lnTo>
                  <a:lnTo>
                    <a:pt x="974217" y="141351"/>
                  </a:lnTo>
                  <a:lnTo>
                    <a:pt x="974979" y="140589"/>
                  </a:lnTo>
                  <a:lnTo>
                    <a:pt x="975487" y="139700"/>
                  </a:lnTo>
                  <a:lnTo>
                    <a:pt x="976122" y="138684"/>
                  </a:lnTo>
                  <a:lnTo>
                    <a:pt x="976503" y="137414"/>
                  </a:lnTo>
                  <a:lnTo>
                    <a:pt x="977011" y="134239"/>
                  </a:lnTo>
                  <a:lnTo>
                    <a:pt x="977011" y="125730"/>
                  </a:lnTo>
                  <a:lnTo>
                    <a:pt x="976503" y="122682"/>
                  </a:lnTo>
                  <a:lnTo>
                    <a:pt x="976122" y="121412"/>
                  </a:lnTo>
                  <a:lnTo>
                    <a:pt x="975487" y="120523"/>
                  </a:lnTo>
                  <a:lnTo>
                    <a:pt x="974979" y="119634"/>
                  </a:lnTo>
                  <a:lnTo>
                    <a:pt x="974217" y="118872"/>
                  </a:lnTo>
                  <a:lnTo>
                    <a:pt x="973455" y="118491"/>
                  </a:lnTo>
                  <a:lnTo>
                    <a:pt x="972820" y="118110"/>
                  </a:lnTo>
                  <a:lnTo>
                    <a:pt x="971931" y="117856"/>
                  </a:lnTo>
                  <a:lnTo>
                    <a:pt x="893445" y="117856"/>
                  </a:lnTo>
                  <a:lnTo>
                    <a:pt x="893445" y="41656"/>
                  </a:lnTo>
                  <a:lnTo>
                    <a:pt x="976503" y="41656"/>
                  </a:lnTo>
                  <a:lnTo>
                    <a:pt x="977265" y="41402"/>
                  </a:lnTo>
                  <a:lnTo>
                    <a:pt x="978027" y="40894"/>
                  </a:lnTo>
                  <a:lnTo>
                    <a:pt x="978789" y="40513"/>
                  </a:lnTo>
                  <a:lnTo>
                    <a:pt x="981456" y="33274"/>
                  </a:lnTo>
                  <a:lnTo>
                    <a:pt x="981456" y="25019"/>
                  </a:lnTo>
                  <a:close/>
                </a:path>
                <a:path w="1628775" h="244475">
                  <a:moveTo>
                    <a:pt x="1152017" y="156083"/>
                  </a:moveTo>
                  <a:lnTo>
                    <a:pt x="1151902" y="143002"/>
                  </a:lnTo>
                  <a:lnTo>
                    <a:pt x="1151801" y="139865"/>
                  </a:lnTo>
                  <a:lnTo>
                    <a:pt x="1151775" y="138811"/>
                  </a:lnTo>
                  <a:lnTo>
                    <a:pt x="1151128" y="132372"/>
                  </a:lnTo>
                  <a:lnTo>
                    <a:pt x="1151039" y="131533"/>
                  </a:lnTo>
                  <a:lnTo>
                    <a:pt x="1149858" y="124714"/>
                  </a:lnTo>
                  <a:lnTo>
                    <a:pt x="1149819" y="124472"/>
                  </a:lnTo>
                  <a:lnTo>
                    <a:pt x="1136357" y="94869"/>
                  </a:lnTo>
                  <a:lnTo>
                    <a:pt x="1135888" y="94234"/>
                  </a:lnTo>
                  <a:lnTo>
                    <a:pt x="1131430" y="89522"/>
                  </a:lnTo>
                  <a:lnTo>
                    <a:pt x="1126413" y="85305"/>
                  </a:lnTo>
                  <a:lnTo>
                    <a:pt x="1123315" y="83235"/>
                  </a:lnTo>
                  <a:lnTo>
                    <a:pt x="1123315" y="143002"/>
                  </a:lnTo>
                  <a:lnTo>
                    <a:pt x="1038098" y="143002"/>
                  </a:lnTo>
                  <a:lnTo>
                    <a:pt x="1038212" y="139865"/>
                  </a:lnTo>
                  <a:lnTo>
                    <a:pt x="1038263" y="138811"/>
                  </a:lnTo>
                  <a:lnTo>
                    <a:pt x="1038352" y="136652"/>
                  </a:lnTo>
                  <a:lnTo>
                    <a:pt x="1057821" y="101549"/>
                  </a:lnTo>
                  <a:lnTo>
                    <a:pt x="1074801" y="94869"/>
                  </a:lnTo>
                  <a:lnTo>
                    <a:pt x="1081913" y="94869"/>
                  </a:lnTo>
                  <a:lnTo>
                    <a:pt x="1117828" y="114706"/>
                  </a:lnTo>
                  <a:lnTo>
                    <a:pt x="1123315" y="143002"/>
                  </a:lnTo>
                  <a:lnTo>
                    <a:pt x="1123315" y="83235"/>
                  </a:lnTo>
                  <a:lnTo>
                    <a:pt x="1083424" y="72517"/>
                  </a:lnTo>
                  <a:lnTo>
                    <a:pt x="1074991" y="72885"/>
                  </a:lnTo>
                  <a:lnTo>
                    <a:pt x="1033818" y="90347"/>
                  </a:lnTo>
                  <a:lnTo>
                    <a:pt x="1013675" y="122923"/>
                  </a:lnTo>
                  <a:lnTo>
                    <a:pt x="1008595" y="156083"/>
                  </a:lnTo>
                  <a:lnTo>
                    <a:pt x="1008646" y="163957"/>
                  </a:lnTo>
                  <a:lnTo>
                    <a:pt x="1016317" y="203746"/>
                  </a:lnTo>
                  <a:lnTo>
                    <a:pt x="1023670" y="216789"/>
                  </a:lnTo>
                  <a:lnTo>
                    <a:pt x="1023797" y="216992"/>
                  </a:lnTo>
                  <a:lnTo>
                    <a:pt x="1060348" y="240969"/>
                  </a:lnTo>
                  <a:lnTo>
                    <a:pt x="1086472" y="243967"/>
                  </a:lnTo>
                  <a:lnTo>
                    <a:pt x="1093851" y="243967"/>
                  </a:lnTo>
                  <a:lnTo>
                    <a:pt x="1133602" y="235712"/>
                  </a:lnTo>
                  <a:lnTo>
                    <a:pt x="1144778" y="226822"/>
                  </a:lnTo>
                  <a:lnTo>
                    <a:pt x="1145032" y="226060"/>
                  </a:lnTo>
                  <a:lnTo>
                    <a:pt x="1145413" y="222885"/>
                  </a:lnTo>
                  <a:lnTo>
                    <a:pt x="1145413" y="220726"/>
                  </a:lnTo>
                  <a:lnTo>
                    <a:pt x="1145413" y="216281"/>
                  </a:lnTo>
                  <a:lnTo>
                    <a:pt x="1145159" y="214757"/>
                  </a:lnTo>
                  <a:lnTo>
                    <a:pt x="1145032" y="213360"/>
                  </a:lnTo>
                  <a:lnTo>
                    <a:pt x="1144778" y="212217"/>
                  </a:lnTo>
                  <a:lnTo>
                    <a:pt x="1141603" y="208915"/>
                  </a:lnTo>
                  <a:lnTo>
                    <a:pt x="1139317" y="208915"/>
                  </a:lnTo>
                  <a:lnTo>
                    <a:pt x="1137272" y="209550"/>
                  </a:lnTo>
                  <a:lnTo>
                    <a:pt x="1134618" y="210693"/>
                  </a:lnTo>
                  <a:lnTo>
                    <a:pt x="1131811" y="211963"/>
                  </a:lnTo>
                  <a:lnTo>
                    <a:pt x="1128395" y="213360"/>
                  </a:lnTo>
                  <a:lnTo>
                    <a:pt x="1124077" y="214757"/>
                  </a:lnTo>
                  <a:lnTo>
                    <a:pt x="1119873" y="216281"/>
                  </a:lnTo>
                  <a:lnTo>
                    <a:pt x="1114806" y="217678"/>
                  </a:lnTo>
                  <a:lnTo>
                    <a:pt x="1109091" y="218948"/>
                  </a:lnTo>
                  <a:lnTo>
                    <a:pt x="1103236" y="220091"/>
                  </a:lnTo>
                  <a:lnTo>
                    <a:pt x="1096645" y="220726"/>
                  </a:lnTo>
                  <a:lnTo>
                    <a:pt x="1079754" y="220726"/>
                  </a:lnTo>
                  <a:lnTo>
                    <a:pt x="1049401" y="205232"/>
                  </a:lnTo>
                  <a:lnTo>
                    <a:pt x="1045337" y="200279"/>
                  </a:lnTo>
                  <a:lnTo>
                    <a:pt x="1042416" y="194310"/>
                  </a:lnTo>
                  <a:lnTo>
                    <a:pt x="1040841" y="187782"/>
                  </a:lnTo>
                  <a:lnTo>
                    <a:pt x="1038987" y="180467"/>
                  </a:lnTo>
                  <a:lnTo>
                    <a:pt x="1038098" y="172720"/>
                  </a:lnTo>
                  <a:lnTo>
                    <a:pt x="1038098" y="163957"/>
                  </a:lnTo>
                  <a:lnTo>
                    <a:pt x="1143749" y="163957"/>
                  </a:lnTo>
                  <a:lnTo>
                    <a:pt x="1146429" y="163068"/>
                  </a:lnTo>
                  <a:lnTo>
                    <a:pt x="1148588" y="161163"/>
                  </a:lnTo>
                  <a:lnTo>
                    <a:pt x="1150874" y="159258"/>
                  </a:lnTo>
                  <a:lnTo>
                    <a:pt x="1152017" y="156083"/>
                  </a:lnTo>
                  <a:close/>
                </a:path>
                <a:path w="1628775" h="244475">
                  <a:moveTo>
                    <a:pt x="1328801" y="156083"/>
                  </a:moveTo>
                  <a:lnTo>
                    <a:pt x="1328686" y="143002"/>
                  </a:lnTo>
                  <a:lnTo>
                    <a:pt x="1328585" y="139865"/>
                  </a:lnTo>
                  <a:lnTo>
                    <a:pt x="1328559" y="138811"/>
                  </a:lnTo>
                  <a:lnTo>
                    <a:pt x="1327912" y="132372"/>
                  </a:lnTo>
                  <a:lnTo>
                    <a:pt x="1327823" y="131533"/>
                  </a:lnTo>
                  <a:lnTo>
                    <a:pt x="1326642" y="124714"/>
                  </a:lnTo>
                  <a:lnTo>
                    <a:pt x="1326603" y="124472"/>
                  </a:lnTo>
                  <a:lnTo>
                    <a:pt x="1313141" y="94869"/>
                  </a:lnTo>
                  <a:lnTo>
                    <a:pt x="1312672" y="94234"/>
                  </a:lnTo>
                  <a:lnTo>
                    <a:pt x="1308214" y="89522"/>
                  </a:lnTo>
                  <a:lnTo>
                    <a:pt x="1303210" y="85305"/>
                  </a:lnTo>
                  <a:lnTo>
                    <a:pt x="1300099" y="83235"/>
                  </a:lnTo>
                  <a:lnTo>
                    <a:pt x="1300099" y="143002"/>
                  </a:lnTo>
                  <a:lnTo>
                    <a:pt x="1214882" y="143002"/>
                  </a:lnTo>
                  <a:lnTo>
                    <a:pt x="1214996" y="139865"/>
                  </a:lnTo>
                  <a:lnTo>
                    <a:pt x="1215047" y="138811"/>
                  </a:lnTo>
                  <a:lnTo>
                    <a:pt x="1215136" y="136652"/>
                  </a:lnTo>
                  <a:lnTo>
                    <a:pt x="1234605" y="101549"/>
                  </a:lnTo>
                  <a:lnTo>
                    <a:pt x="1251585" y="94869"/>
                  </a:lnTo>
                  <a:lnTo>
                    <a:pt x="1258697" y="94869"/>
                  </a:lnTo>
                  <a:lnTo>
                    <a:pt x="1294612" y="114706"/>
                  </a:lnTo>
                  <a:lnTo>
                    <a:pt x="1300099" y="143002"/>
                  </a:lnTo>
                  <a:lnTo>
                    <a:pt x="1300099" y="83235"/>
                  </a:lnTo>
                  <a:lnTo>
                    <a:pt x="1260221" y="72517"/>
                  </a:lnTo>
                  <a:lnTo>
                    <a:pt x="1251775" y="72885"/>
                  </a:lnTo>
                  <a:lnTo>
                    <a:pt x="1210602" y="90347"/>
                  </a:lnTo>
                  <a:lnTo>
                    <a:pt x="1190459" y="122923"/>
                  </a:lnTo>
                  <a:lnTo>
                    <a:pt x="1185379" y="156083"/>
                  </a:lnTo>
                  <a:lnTo>
                    <a:pt x="1185430" y="163957"/>
                  </a:lnTo>
                  <a:lnTo>
                    <a:pt x="1193101" y="203746"/>
                  </a:lnTo>
                  <a:lnTo>
                    <a:pt x="1200454" y="216789"/>
                  </a:lnTo>
                  <a:lnTo>
                    <a:pt x="1200581" y="216992"/>
                  </a:lnTo>
                  <a:lnTo>
                    <a:pt x="1237132" y="240969"/>
                  </a:lnTo>
                  <a:lnTo>
                    <a:pt x="1263269" y="243967"/>
                  </a:lnTo>
                  <a:lnTo>
                    <a:pt x="1270635" y="243967"/>
                  </a:lnTo>
                  <a:lnTo>
                    <a:pt x="1310386" y="235712"/>
                  </a:lnTo>
                  <a:lnTo>
                    <a:pt x="1321562" y="226822"/>
                  </a:lnTo>
                  <a:lnTo>
                    <a:pt x="1321816" y="226060"/>
                  </a:lnTo>
                  <a:lnTo>
                    <a:pt x="1321816" y="220726"/>
                  </a:lnTo>
                  <a:lnTo>
                    <a:pt x="1321816" y="213360"/>
                  </a:lnTo>
                  <a:lnTo>
                    <a:pt x="1321562" y="212217"/>
                  </a:lnTo>
                  <a:lnTo>
                    <a:pt x="1318387" y="208915"/>
                  </a:lnTo>
                  <a:lnTo>
                    <a:pt x="1316101" y="208915"/>
                  </a:lnTo>
                  <a:lnTo>
                    <a:pt x="1314069" y="209550"/>
                  </a:lnTo>
                  <a:lnTo>
                    <a:pt x="1311402" y="210693"/>
                  </a:lnTo>
                  <a:lnTo>
                    <a:pt x="1308608" y="211963"/>
                  </a:lnTo>
                  <a:lnTo>
                    <a:pt x="1305179" y="213360"/>
                  </a:lnTo>
                  <a:lnTo>
                    <a:pt x="1300861" y="214757"/>
                  </a:lnTo>
                  <a:lnTo>
                    <a:pt x="1296670" y="216281"/>
                  </a:lnTo>
                  <a:lnTo>
                    <a:pt x="1291590" y="217678"/>
                  </a:lnTo>
                  <a:lnTo>
                    <a:pt x="1285875" y="218948"/>
                  </a:lnTo>
                  <a:lnTo>
                    <a:pt x="1280033" y="220091"/>
                  </a:lnTo>
                  <a:lnTo>
                    <a:pt x="1273429" y="220726"/>
                  </a:lnTo>
                  <a:lnTo>
                    <a:pt x="1256538" y="220726"/>
                  </a:lnTo>
                  <a:lnTo>
                    <a:pt x="1226185" y="205232"/>
                  </a:lnTo>
                  <a:lnTo>
                    <a:pt x="1222121" y="200279"/>
                  </a:lnTo>
                  <a:lnTo>
                    <a:pt x="1219200" y="194310"/>
                  </a:lnTo>
                  <a:lnTo>
                    <a:pt x="1217625" y="187782"/>
                  </a:lnTo>
                  <a:lnTo>
                    <a:pt x="1215771" y="180467"/>
                  </a:lnTo>
                  <a:lnTo>
                    <a:pt x="1214882" y="172720"/>
                  </a:lnTo>
                  <a:lnTo>
                    <a:pt x="1214882" y="163957"/>
                  </a:lnTo>
                  <a:lnTo>
                    <a:pt x="1320546" y="163957"/>
                  </a:lnTo>
                  <a:lnTo>
                    <a:pt x="1323213" y="163068"/>
                  </a:lnTo>
                  <a:lnTo>
                    <a:pt x="1325372" y="161163"/>
                  </a:lnTo>
                  <a:lnTo>
                    <a:pt x="1327658" y="159258"/>
                  </a:lnTo>
                  <a:lnTo>
                    <a:pt x="1328801" y="156083"/>
                  </a:lnTo>
                  <a:close/>
                </a:path>
                <a:path w="1628775" h="244475">
                  <a:moveTo>
                    <a:pt x="1506093" y="4572"/>
                  </a:moveTo>
                  <a:lnTo>
                    <a:pt x="1496822" y="0"/>
                  </a:lnTo>
                  <a:lnTo>
                    <a:pt x="1486535" y="0"/>
                  </a:lnTo>
                  <a:lnTo>
                    <a:pt x="1477391" y="96012"/>
                  </a:lnTo>
                  <a:lnTo>
                    <a:pt x="1477391" y="126619"/>
                  </a:lnTo>
                  <a:lnTo>
                    <a:pt x="1477391" y="188976"/>
                  </a:lnTo>
                  <a:lnTo>
                    <a:pt x="1449197" y="215138"/>
                  </a:lnTo>
                  <a:lnTo>
                    <a:pt x="1434846" y="219456"/>
                  </a:lnTo>
                  <a:lnTo>
                    <a:pt x="1423543" y="219456"/>
                  </a:lnTo>
                  <a:lnTo>
                    <a:pt x="1395222" y="187706"/>
                  </a:lnTo>
                  <a:lnTo>
                    <a:pt x="1394079" y="180086"/>
                  </a:lnTo>
                  <a:lnTo>
                    <a:pt x="1392809" y="172593"/>
                  </a:lnTo>
                  <a:lnTo>
                    <a:pt x="1392174" y="164973"/>
                  </a:lnTo>
                  <a:lnTo>
                    <a:pt x="1392174" y="149733"/>
                  </a:lnTo>
                  <a:lnTo>
                    <a:pt x="1404493" y="110363"/>
                  </a:lnTo>
                  <a:lnTo>
                    <a:pt x="1424940" y="97028"/>
                  </a:lnTo>
                  <a:lnTo>
                    <a:pt x="1440180" y="97028"/>
                  </a:lnTo>
                  <a:lnTo>
                    <a:pt x="1471625" y="119811"/>
                  </a:lnTo>
                  <a:lnTo>
                    <a:pt x="1477391" y="126619"/>
                  </a:lnTo>
                  <a:lnTo>
                    <a:pt x="1477391" y="96012"/>
                  </a:lnTo>
                  <a:lnTo>
                    <a:pt x="1443126" y="74041"/>
                  </a:lnTo>
                  <a:lnTo>
                    <a:pt x="1443291" y="74041"/>
                  </a:lnTo>
                  <a:lnTo>
                    <a:pt x="1436649" y="72910"/>
                  </a:lnTo>
                  <a:lnTo>
                    <a:pt x="1436890" y="72910"/>
                  </a:lnTo>
                  <a:lnTo>
                    <a:pt x="1429893" y="72517"/>
                  </a:lnTo>
                  <a:lnTo>
                    <a:pt x="1389265" y="86106"/>
                  </a:lnTo>
                  <a:lnTo>
                    <a:pt x="1366901" y="123825"/>
                  </a:lnTo>
                  <a:lnTo>
                    <a:pt x="1362900" y="149733"/>
                  </a:lnTo>
                  <a:lnTo>
                    <a:pt x="1362837" y="150393"/>
                  </a:lnTo>
                  <a:lnTo>
                    <a:pt x="1362583" y="160147"/>
                  </a:lnTo>
                  <a:lnTo>
                    <a:pt x="1362697" y="164973"/>
                  </a:lnTo>
                  <a:lnTo>
                    <a:pt x="1362786" y="168605"/>
                  </a:lnTo>
                  <a:lnTo>
                    <a:pt x="1370482" y="206921"/>
                  </a:lnTo>
                  <a:lnTo>
                    <a:pt x="1396746" y="237236"/>
                  </a:lnTo>
                  <a:lnTo>
                    <a:pt x="1426083" y="243967"/>
                  </a:lnTo>
                  <a:lnTo>
                    <a:pt x="1432991" y="243547"/>
                  </a:lnTo>
                  <a:lnTo>
                    <a:pt x="1433512" y="243547"/>
                  </a:lnTo>
                  <a:lnTo>
                    <a:pt x="1468094" y="227545"/>
                  </a:lnTo>
                  <a:lnTo>
                    <a:pt x="1476921" y="219456"/>
                  </a:lnTo>
                  <a:lnTo>
                    <a:pt x="1480693" y="215646"/>
                  </a:lnTo>
                  <a:lnTo>
                    <a:pt x="1486319" y="241300"/>
                  </a:lnTo>
                  <a:lnTo>
                    <a:pt x="1487551" y="241300"/>
                  </a:lnTo>
                  <a:lnTo>
                    <a:pt x="1489202" y="241554"/>
                  </a:lnTo>
                  <a:lnTo>
                    <a:pt x="1497965" y="241554"/>
                  </a:lnTo>
                  <a:lnTo>
                    <a:pt x="1499489" y="241300"/>
                  </a:lnTo>
                  <a:lnTo>
                    <a:pt x="1500708" y="241300"/>
                  </a:lnTo>
                  <a:lnTo>
                    <a:pt x="1502410" y="240792"/>
                  </a:lnTo>
                  <a:lnTo>
                    <a:pt x="1504442" y="240030"/>
                  </a:lnTo>
                  <a:lnTo>
                    <a:pt x="1505077" y="239395"/>
                  </a:lnTo>
                  <a:lnTo>
                    <a:pt x="1505458" y="238760"/>
                  </a:lnTo>
                  <a:lnTo>
                    <a:pt x="1505966" y="237998"/>
                  </a:lnTo>
                  <a:lnTo>
                    <a:pt x="1506093" y="215646"/>
                  </a:lnTo>
                  <a:lnTo>
                    <a:pt x="1506093" y="97028"/>
                  </a:lnTo>
                  <a:lnTo>
                    <a:pt x="1506093" y="96012"/>
                  </a:lnTo>
                  <a:lnTo>
                    <a:pt x="1506093" y="4572"/>
                  </a:lnTo>
                  <a:close/>
                </a:path>
                <a:path w="1628775" h="244475">
                  <a:moveTo>
                    <a:pt x="1628648" y="150876"/>
                  </a:moveTo>
                  <a:lnTo>
                    <a:pt x="1623441" y="141351"/>
                  </a:lnTo>
                  <a:lnTo>
                    <a:pt x="1548003" y="141351"/>
                  </a:lnTo>
                  <a:lnTo>
                    <a:pt x="1546352" y="142113"/>
                  </a:lnTo>
                  <a:lnTo>
                    <a:pt x="1544320" y="145669"/>
                  </a:lnTo>
                  <a:lnTo>
                    <a:pt x="1543812" y="148717"/>
                  </a:lnTo>
                  <a:lnTo>
                    <a:pt x="1543812" y="157480"/>
                  </a:lnTo>
                  <a:lnTo>
                    <a:pt x="1544320" y="160528"/>
                  </a:lnTo>
                  <a:lnTo>
                    <a:pt x="1546352" y="164211"/>
                  </a:lnTo>
                  <a:lnTo>
                    <a:pt x="1548003" y="165100"/>
                  </a:lnTo>
                  <a:lnTo>
                    <a:pt x="1624457" y="165100"/>
                  </a:lnTo>
                  <a:lnTo>
                    <a:pt x="1625981" y="164211"/>
                  </a:lnTo>
                  <a:lnTo>
                    <a:pt x="1628013" y="160782"/>
                  </a:lnTo>
                  <a:lnTo>
                    <a:pt x="1628648" y="157607"/>
                  </a:lnTo>
                  <a:lnTo>
                    <a:pt x="1628648" y="153035"/>
                  </a:lnTo>
                  <a:lnTo>
                    <a:pt x="1628648" y="150876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A062430F-401C-7703-8B81-BD15AAACE64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0767" y="2465704"/>
              <a:ext cx="1140714" cy="243967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FA0FEF66-8610-C999-B6E8-47969E68283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0927" y="2464942"/>
            <a:ext cx="1338199" cy="244729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9E94106C-4F6B-0966-D62C-471BAFC5A380}"/>
              </a:ext>
            </a:extLst>
          </p:cNvPr>
          <p:cNvSpPr/>
          <p:nvPr/>
        </p:nvSpPr>
        <p:spPr>
          <a:xfrm>
            <a:off x="757339" y="287642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>
            <a:extLst>
              <a:ext uri="{FF2B5EF4-FFF2-40B4-BE49-F238E27FC236}">
                <a16:creationId xmlns:a16="http://schemas.microsoft.com/office/drawing/2014/main" id="{010BE906-0C47-E52C-D52C-A3CBCC91448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508" y="2891663"/>
            <a:ext cx="1720773" cy="304673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D9EC80E7-3425-06CD-44D9-40F13806558D}"/>
              </a:ext>
            </a:extLst>
          </p:cNvPr>
          <p:cNvSpPr/>
          <p:nvPr/>
        </p:nvSpPr>
        <p:spPr>
          <a:xfrm>
            <a:off x="2881248" y="2892425"/>
            <a:ext cx="501015" cy="244475"/>
          </a:xfrm>
          <a:custGeom>
            <a:avLst/>
            <a:gdLst/>
            <a:ahLst/>
            <a:cxnLst/>
            <a:rect l="l" t="t" r="r" b="b"/>
            <a:pathLst>
              <a:path w="501014" h="244475">
                <a:moveTo>
                  <a:pt x="121126" y="95758"/>
                </a:moveTo>
                <a:lnTo>
                  <a:pt x="70612" y="95758"/>
                </a:lnTo>
                <a:lnTo>
                  <a:pt x="76200" y="96520"/>
                </a:lnTo>
                <a:lnTo>
                  <a:pt x="85217" y="99567"/>
                </a:lnTo>
                <a:lnTo>
                  <a:pt x="88900" y="101853"/>
                </a:lnTo>
                <a:lnTo>
                  <a:pt x="91693" y="105028"/>
                </a:lnTo>
                <a:lnTo>
                  <a:pt x="94487" y="108076"/>
                </a:lnTo>
                <a:lnTo>
                  <a:pt x="96519" y="111887"/>
                </a:lnTo>
                <a:lnTo>
                  <a:pt x="97789" y="116459"/>
                </a:lnTo>
                <a:lnTo>
                  <a:pt x="99059" y="121158"/>
                </a:lnTo>
                <a:lnTo>
                  <a:pt x="99694" y="126491"/>
                </a:lnTo>
                <a:lnTo>
                  <a:pt x="99694" y="144652"/>
                </a:lnTo>
                <a:lnTo>
                  <a:pt x="78231" y="144652"/>
                </a:lnTo>
                <a:lnTo>
                  <a:pt x="69397" y="144845"/>
                </a:lnTo>
                <a:lnTo>
                  <a:pt x="26160" y="154453"/>
                </a:lnTo>
                <a:lnTo>
                  <a:pt x="5461" y="173609"/>
                </a:lnTo>
                <a:lnTo>
                  <a:pt x="1777" y="180086"/>
                </a:lnTo>
                <a:lnTo>
                  <a:pt x="0" y="187705"/>
                </a:lnTo>
                <a:lnTo>
                  <a:pt x="0" y="203962"/>
                </a:lnTo>
                <a:lnTo>
                  <a:pt x="25273" y="238633"/>
                </a:lnTo>
                <a:lnTo>
                  <a:pt x="45974" y="243966"/>
                </a:lnTo>
                <a:lnTo>
                  <a:pt x="54101" y="243966"/>
                </a:lnTo>
                <a:lnTo>
                  <a:pt x="92757" y="230600"/>
                </a:lnTo>
                <a:lnTo>
                  <a:pt x="102740" y="221614"/>
                </a:lnTo>
                <a:lnTo>
                  <a:pt x="49402" y="221614"/>
                </a:lnTo>
                <a:lnTo>
                  <a:pt x="42163" y="219201"/>
                </a:lnTo>
                <a:lnTo>
                  <a:pt x="37083" y="214375"/>
                </a:lnTo>
                <a:lnTo>
                  <a:pt x="31876" y="209550"/>
                </a:lnTo>
                <a:lnTo>
                  <a:pt x="29337" y="203200"/>
                </a:lnTo>
                <a:lnTo>
                  <a:pt x="29337" y="190373"/>
                </a:lnTo>
                <a:lnTo>
                  <a:pt x="30225" y="186182"/>
                </a:lnTo>
                <a:lnTo>
                  <a:pt x="54863" y="167259"/>
                </a:lnTo>
                <a:lnTo>
                  <a:pt x="60578" y="165862"/>
                </a:lnTo>
                <a:lnTo>
                  <a:pt x="67437" y="165226"/>
                </a:lnTo>
                <a:lnTo>
                  <a:pt x="128143" y="165226"/>
                </a:lnTo>
                <a:lnTo>
                  <a:pt x="128143" y="131190"/>
                </a:lnTo>
                <a:lnTo>
                  <a:pt x="128012" y="126491"/>
                </a:lnTo>
                <a:lnTo>
                  <a:pt x="127948" y="124168"/>
                </a:lnTo>
                <a:lnTo>
                  <a:pt x="127349" y="117586"/>
                </a:lnTo>
                <a:lnTo>
                  <a:pt x="126393" y="111887"/>
                </a:lnTo>
                <a:lnTo>
                  <a:pt x="126321" y="111456"/>
                </a:lnTo>
                <a:lnTo>
                  <a:pt x="124840" y="105790"/>
                </a:lnTo>
                <a:lnTo>
                  <a:pt x="122681" y="98425"/>
                </a:lnTo>
                <a:lnTo>
                  <a:pt x="121126" y="95758"/>
                </a:lnTo>
                <a:close/>
              </a:path>
              <a:path w="501014" h="244475">
                <a:moveTo>
                  <a:pt x="128143" y="220852"/>
                </a:moveTo>
                <a:lnTo>
                  <a:pt x="103505" y="220852"/>
                </a:lnTo>
                <a:lnTo>
                  <a:pt x="103505" y="237871"/>
                </a:lnTo>
                <a:lnTo>
                  <a:pt x="103886" y="238633"/>
                </a:lnTo>
                <a:lnTo>
                  <a:pt x="104012" y="238887"/>
                </a:lnTo>
                <a:lnTo>
                  <a:pt x="104775" y="239649"/>
                </a:lnTo>
                <a:lnTo>
                  <a:pt x="105537" y="240284"/>
                </a:lnTo>
                <a:lnTo>
                  <a:pt x="106933" y="240791"/>
                </a:lnTo>
                <a:lnTo>
                  <a:pt x="110489" y="241553"/>
                </a:lnTo>
                <a:lnTo>
                  <a:pt x="121412" y="241553"/>
                </a:lnTo>
                <a:lnTo>
                  <a:pt x="122936" y="241173"/>
                </a:lnTo>
                <a:lnTo>
                  <a:pt x="124587" y="240791"/>
                </a:lnTo>
                <a:lnTo>
                  <a:pt x="125856" y="240284"/>
                </a:lnTo>
                <a:lnTo>
                  <a:pt x="126745" y="239649"/>
                </a:lnTo>
                <a:lnTo>
                  <a:pt x="127762" y="238887"/>
                </a:lnTo>
                <a:lnTo>
                  <a:pt x="128143" y="237871"/>
                </a:lnTo>
                <a:lnTo>
                  <a:pt x="128143" y="220852"/>
                </a:lnTo>
                <a:close/>
              </a:path>
              <a:path w="501014" h="244475">
                <a:moveTo>
                  <a:pt x="128143" y="165226"/>
                </a:moveTo>
                <a:lnTo>
                  <a:pt x="99694" y="165226"/>
                </a:lnTo>
                <a:lnTo>
                  <a:pt x="99694" y="198374"/>
                </a:lnTo>
                <a:lnTo>
                  <a:pt x="94435" y="203962"/>
                </a:lnTo>
                <a:lnTo>
                  <a:pt x="66167" y="221614"/>
                </a:lnTo>
                <a:lnTo>
                  <a:pt x="102740" y="221614"/>
                </a:lnTo>
                <a:lnTo>
                  <a:pt x="103505" y="220852"/>
                </a:lnTo>
                <a:lnTo>
                  <a:pt x="128143" y="220852"/>
                </a:lnTo>
                <a:lnTo>
                  <a:pt x="128143" y="165226"/>
                </a:lnTo>
                <a:close/>
              </a:path>
              <a:path w="501014" h="244475">
                <a:moveTo>
                  <a:pt x="66675" y="72516"/>
                </a:moveTo>
                <a:lnTo>
                  <a:pt x="60578" y="72516"/>
                </a:lnTo>
                <a:lnTo>
                  <a:pt x="54609" y="73025"/>
                </a:lnTo>
                <a:lnTo>
                  <a:pt x="48768" y="74167"/>
                </a:lnTo>
                <a:lnTo>
                  <a:pt x="42925" y="75184"/>
                </a:lnTo>
                <a:lnTo>
                  <a:pt x="8606" y="92328"/>
                </a:lnTo>
                <a:lnTo>
                  <a:pt x="7746" y="104012"/>
                </a:lnTo>
                <a:lnTo>
                  <a:pt x="8255" y="106934"/>
                </a:lnTo>
                <a:lnTo>
                  <a:pt x="8509" y="107696"/>
                </a:lnTo>
                <a:lnTo>
                  <a:pt x="8636" y="108076"/>
                </a:lnTo>
                <a:lnTo>
                  <a:pt x="12445" y="111887"/>
                </a:lnTo>
                <a:lnTo>
                  <a:pt x="14731" y="111887"/>
                </a:lnTo>
                <a:lnTo>
                  <a:pt x="16582" y="111125"/>
                </a:lnTo>
                <a:lnTo>
                  <a:pt x="17535" y="110616"/>
                </a:lnTo>
                <a:lnTo>
                  <a:pt x="19684" y="109347"/>
                </a:lnTo>
                <a:lnTo>
                  <a:pt x="26034" y="105790"/>
                </a:lnTo>
                <a:lnTo>
                  <a:pt x="30352" y="103759"/>
                </a:lnTo>
                <a:lnTo>
                  <a:pt x="34282" y="101853"/>
                </a:lnTo>
                <a:lnTo>
                  <a:pt x="39496" y="99949"/>
                </a:lnTo>
                <a:lnTo>
                  <a:pt x="45084" y="98171"/>
                </a:lnTo>
                <a:lnTo>
                  <a:pt x="50673" y="96520"/>
                </a:lnTo>
                <a:lnTo>
                  <a:pt x="57023" y="95758"/>
                </a:lnTo>
                <a:lnTo>
                  <a:pt x="121126" y="95758"/>
                </a:lnTo>
                <a:lnTo>
                  <a:pt x="119125" y="92328"/>
                </a:lnTo>
                <a:lnTo>
                  <a:pt x="114426" y="87629"/>
                </a:lnTo>
                <a:lnTo>
                  <a:pt x="109474" y="82550"/>
                </a:lnTo>
                <a:lnTo>
                  <a:pt x="103124" y="78866"/>
                </a:lnTo>
                <a:lnTo>
                  <a:pt x="95250" y="76326"/>
                </a:lnTo>
                <a:lnTo>
                  <a:pt x="89034" y="74660"/>
                </a:lnTo>
                <a:lnTo>
                  <a:pt x="82200" y="73469"/>
                </a:lnTo>
                <a:lnTo>
                  <a:pt x="74747" y="72755"/>
                </a:lnTo>
                <a:lnTo>
                  <a:pt x="66675" y="72516"/>
                </a:lnTo>
                <a:close/>
              </a:path>
              <a:path w="501014" h="244475">
                <a:moveTo>
                  <a:pt x="202692" y="241300"/>
                </a:moveTo>
                <a:lnTo>
                  <a:pt x="188594" y="241300"/>
                </a:lnTo>
                <a:lnTo>
                  <a:pt x="190500" y="241553"/>
                </a:lnTo>
                <a:lnTo>
                  <a:pt x="200787" y="241553"/>
                </a:lnTo>
                <a:lnTo>
                  <a:pt x="202692" y="241300"/>
                </a:lnTo>
                <a:close/>
              </a:path>
              <a:path w="501014" h="244475">
                <a:moveTo>
                  <a:pt x="308356" y="241300"/>
                </a:moveTo>
                <a:lnTo>
                  <a:pt x="294386" y="241300"/>
                </a:lnTo>
                <a:lnTo>
                  <a:pt x="296163" y="241553"/>
                </a:lnTo>
                <a:lnTo>
                  <a:pt x="306577" y="241553"/>
                </a:lnTo>
                <a:lnTo>
                  <a:pt x="308356" y="241300"/>
                </a:lnTo>
                <a:close/>
              </a:path>
              <a:path w="501014" h="244475">
                <a:moveTo>
                  <a:pt x="202311" y="75311"/>
                </a:moveTo>
                <a:lnTo>
                  <a:pt x="186308" y="75311"/>
                </a:lnTo>
                <a:lnTo>
                  <a:pt x="184912" y="75691"/>
                </a:lnTo>
                <a:lnTo>
                  <a:pt x="182880" y="76708"/>
                </a:lnTo>
                <a:lnTo>
                  <a:pt x="182118" y="77342"/>
                </a:lnTo>
                <a:lnTo>
                  <a:pt x="181965" y="77724"/>
                </a:lnTo>
                <a:lnTo>
                  <a:pt x="181863" y="77977"/>
                </a:lnTo>
                <a:lnTo>
                  <a:pt x="181482" y="78612"/>
                </a:lnTo>
                <a:lnTo>
                  <a:pt x="181482" y="237998"/>
                </a:lnTo>
                <a:lnTo>
                  <a:pt x="181863" y="238633"/>
                </a:lnTo>
                <a:lnTo>
                  <a:pt x="182371" y="239267"/>
                </a:lnTo>
                <a:lnTo>
                  <a:pt x="183133" y="239902"/>
                </a:lnTo>
                <a:lnTo>
                  <a:pt x="184150" y="240284"/>
                </a:lnTo>
                <a:lnTo>
                  <a:pt x="185293" y="240791"/>
                </a:lnTo>
                <a:lnTo>
                  <a:pt x="187155" y="241300"/>
                </a:lnTo>
                <a:lnTo>
                  <a:pt x="203962" y="241300"/>
                </a:lnTo>
                <a:lnTo>
                  <a:pt x="205994" y="240791"/>
                </a:lnTo>
                <a:lnTo>
                  <a:pt x="207009" y="240284"/>
                </a:lnTo>
                <a:lnTo>
                  <a:pt x="208025" y="239902"/>
                </a:lnTo>
                <a:lnTo>
                  <a:pt x="208787" y="239267"/>
                </a:lnTo>
                <a:lnTo>
                  <a:pt x="209169" y="238633"/>
                </a:lnTo>
                <a:lnTo>
                  <a:pt x="209676" y="237998"/>
                </a:lnTo>
                <a:lnTo>
                  <a:pt x="209931" y="237236"/>
                </a:lnTo>
                <a:lnTo>
                  <a:pt x="209931" y="127253"/>
                </a:lnTo>
                <a:lnTo>
                  <a:pt x="215765" y="120350"/>
                </a:lnTo>
                <a:lnTo>
                  <a:pt x="221456" y="114315"/>
                </a:lnTo>
                <a:lnTo>
                  <a:pt x="227004" y="109162"/>
                </a:lnTo>
                <a:lnTo>
                  <a:pt x="232409" y="104901"/>
                </a:lnTo>
                <a:lnTo>
                  <a:pt x="238020" y="100964"/>
                </a:lnTo>
                <a:lnTo>
                  <a:pt x="207137" y="100964"/>
                </a:lnTo>
                <a:lnTo>
                  <a:pt x="207137" y="79375"/>
                </a:lnTo>
                <a:lnTo>
                  <a:pt x="206882" y="78612"/>
                </a:lnTo>
                <a:lnTo>
                  <a:pt x="206120" y="77342"/>
                </a:lnTo>
                <a:lnTo>
                  <a:pt x="205486" y="76708"/>
                </a:lnTo>
                <a:lnTo>
                  <a:pt x="204596" y="76200"/>
                </a:lnTo>
                <a:lnTo>
                  <a:pt x="203581" y="75691"/>
                </a:lnTo>
                <a:lnTo>
                  <a:pt x="202311" y="75311"/>
                </a:lnTo>
                <a:close/>
              </a:path>
              <a:path w="501014" h="244475">
                <a:moveTo>
                  <a:pt x="307345" y="97282"/>
                </a:moveTo>
                <a:lnTo>
                  <a:pt x="259461" y="97282"/>
                </a:lnTo>
                <a:lnTo>
                  <a:pt x="264413" y="98298"/>
                </a:lnTo>
                <a:lnTo>
                  <a:pt x="268605" y="100329"/>
                </a:lnTo>
                <a:lnTo>
                  <a:pt x="287019" y="136016"/>
                </a:lnTo>
                <a:lnTo>
                  <a:pt x="287019" y="237236"/>
                </a:lnTo>
                <a:lnTo>
                  <a:pt x="287274" y="237998"/>
                </a:lnTo>
                <a:lnTo>
                  <a:pt x="288289" y="239267"/>
                </a:lnTo>
                <a:lnTo>
                  <a:pt x="288925" y="239902"/>
                </a:lnTo>
                <a:lnTo>
                  <a:pt x="290068" y="240284"/>
                </a:lnTo>
                <a:lnTo>
                  <a:pt x="291083" y="240791"/>
                </a:lnTo>
                <a:lnTo>
                  <a:pt x="292946" y="241300"/>
                </a:lnTo>
                <a:lnTo>
                  <a:pt x="309795" y="241300"/>
                </a:lnTo>
                <a:lnTo>
                  <a:pt x="311657" y="240791"/>
                </a:lnTo>
                <a:lnTo>
                  <a:pt x="312674" y="240284"/>
                </a:lnTo>
                <a:lnTo>
                  <a:pt x="313817" y="239902"/>
                </a:lnTo>
                <a:lnTo>
                  <a:pt x="314578" y="239267"/>
                </a:lnTo>
                <a:lnTo>
                  <a:pt x="314959" y="238633"/>
                </a:lnTo>
                <a:lnTo>
                  <a:pt x="315468" y="237998"/>
                </a:lnTo>
                <a:lnTo>
                  <a:pt x="315721" y="237236"/>
                </a:lnTo>
                <a:lnTo>
                  <a:pt x="315602" y="136016"/>
                </a:lnTo>
                <a:lnTo>
                  <a:pt x="315533" y="133097"/>
                </a:lnTo>
                <a:lnTo>
                  <a:pt x="315218" y="128904"/>
                </a:lnTo>
                <a:lnTo>
                  <a:pt x="315094" y="127253"/>
                </a:lnTo>
                <a:lnTo>
                  <a:pt x="314975" y="125682"/>
                </a:lnTo>
                <a:lnTo>
                  <a:pt x="314061" y="118862"/>
                </a:lnTo>
                <a:lnTo>
                  <a:pt x="312800" y="112649"/>
                </a:lnTo>
                <a:lnTo>
                  <a:pt x="311077" y="105410"/>
                </a:lnTo>
                <a:lnTo>
                  <a:pt x="310956" y="104901"/>
                </a:lnTo>
                <a:lnTo>
                  <a:pt x="310895" y="104648"/>
                </a:lnTo>
                <a:lnTo>
                  <a:pt x="307720" y="97789"/>
                </a:lnTo>
                <a:lnTo>
                  <a:pt x="307345" y="97282"/>
                </a:lnTo>
                <a:close/>
              </a:path>
              <a:path w="501014" h="244475">
                <a:moveTo>
                  <a:pt x="259842" y="72516"/>
                </a:moveTo>
                <a:lnTo>
                  <a:pt x="220281" y="88169"/>
                </a:lnTo>
                <a:lnTo>
                  <a:pt x="207137" y="100964"/>
                </a:lnTo>
                <a:lnTo>
                  <a:pt x="238020" y="100964"/>
                </a:lnTo>
                <a:lnTo>
                  <a:pt x="239649" y="99822"/>
                </a:lnTo>
                <a:lnTo>
                  <a:pt x="246761" y="97282"/>
                </a:lnTo>
                <a:lnTo>
                  <a:pt x="307345" y="97282"/>
                </a:lnTo>
                <a:lnTo>
                  <a:pt x="298957" y="85978"/>
                </a:lnTo>
                <a:lnTo>
                  <a:pt x="268021" y="72945"/>
                </a:lnTo>
                <a:lnTo>
                  <a:pt x="269543" y="72945"/>
                </a:lnTo>
                <a:lnTo>
                  <a:pt x="259842" y="72516"/>
                </a:lnTo>
                <a:close/>
              </a:path>
              <a:path w="501014" h="244475">
                <a:moveTo>
                  <a:pt x="199008" y="74929"/>
                </a:moveTo>
                <a:lnTo>
                  <a:pt x="189483" y="74929"/>
                </a:lnTo>
                <a:lnTo>
                  <a:pt x="187198" y="75311"/>
                </a:lnTo>
                <a:lnTo>
                  <a:pt x="201485" y="75311"/>
                </a:lnTo>
                <a:lnTo>
                  <a:pt x="199008" y="74929"/>
                </a:lnTo>
                <a:close/>
              </a:path>
              <a:path w="501014" h="244475">
                <a:moveTo>
                  <a:pt x="424688" y="72516"/>
                </a:moveTo>
                <a:lnTo>
                  <a:pt x="384063" y="86106"/>
                </a:lnTo>
                <a:lnTo>
                  <a:pt x="361695" y="123825"/>
                </a:lnTo>
                <a:lnTo>
                  <a:pt x="357377" y="160147"/>
                </a:lnTo>
                <a:lnTo>
                  <a:pt x="357500" y="164973"/>
                </a:lnTo>
                <a:lnTo>
                  <a:pt x="357592" y="168600"/>
                </a:lnTo>
                <a:lnTo>
                  <a:pt x="365283" y="206914"/>
                </a:lnTo>
                <a:lnTo>
                  <a:pt x="391540" y="237236"/>
                </a:lnTo>
                <a:lnTo>
                  <a:pt x="420877" y="243966"/>
                </a:lnTo>
                <a:lnTo>
                  <a:pt x="427791" y="243540"/>
                </a:lnTo>
                <a:lnTo>
                  <a:pt x="428314" y="243540"/>
                </a:lnTo>
                <a:lnTo>
                  <a:pt x="462899" y="227536"/>
                </a:lnTo>
                <a:lnTo>
                  <a:pt x="471718" y="219455"/>
                </a:lnTo>
                <a:lnTo>
                  <a:pt x="418338" y="219455"/>
                </a:lnTo>
                <a:lnTo>
                  <a:pt x="412114" y="217677"/>
                </a:lnTo>
                <a:lnTo>
                  <a:pt x="388874" y="180086"/>
                </a:lnTo>
                <a:lnTo>
                  <a:pt x="387603" y="172592"/>
                </a:lnTo>
                <a:lnTo>
                  <a:pt x="386968" y="164973"/>
                </a:lnTo>
                <a:lnTo>
                  <a:pt x="386968" y="149733"/>
                </a:lnTo>
                <a:lnTo>
                  <a:pt x="399288" y="110362"/>
                </a:lnTo>
                <a:lnTo>
                  <a:pt x="419735" y="97027"/>
                </a:lnTo>
                <a:lnTo>
                  <a:pt x="500888" y="97027"/>
                </a:lnTo>
                <a:lnTo>
                  <a:pt x="500888" y="96012"/>
                </a:lnTo>
                <a:lnTo>
                  <a:pt x="472186" y="96012"/>
                </a:lnTo>
                <a:lnTo>
                  <a:pt x="466566" y="90558"/>
                </a:lnTo>
                <a:lnTo>
                  <a:pt x="460946" y="85820"/>
                </a:lnTo>
                <a:lnTo>
                  <a:pt x="455326" y="81795"/>
                </a:lnTo>
                <a:lnTo>
                  <a:pt x="449922" y="78612"/>
                </a:lnTo>
                <a:lnTo>
                  <a:pt x="444088" y="75946"/>
                </a:lnTo>
                <a:lnTo>
                  <a:pt x="437930" y="74040"/>
                </a:lnTo>
                <a:lnTo>
                  <a:pt x="438090" y="74040"/>
                </a:lnTo>
                <a:lnTo>
                  <a:pt x="431445" y="72897"/>
                </a:lnTo>
                <a:lnTo>
                  <a:pt x="431694" y="72897"/>
                </a:lnTo>
                <a:lnTo>
                  <a:pt x="424688" y="72516"/>
                </a:lnTo>
                <a:close/>
              </a:path>
              <a:path w="501014" h="244475">
                <a:moveTo>
                  <a:pt x="494284" y="241300"/>
                </a:moveTo>
                <a:lnTo>
                  <a:pt x="482346" y="241300"/>
                </a:lnTo>
                <a:lnTo>
                  <a:pt x="483997" y="241553"/>
                </a:lnTo>
                <a:lnTo>
                  <a:pt x="492760" y="241553"/>
                </a:lnTo>
                <a:lnTo>
                  <a:pt x="494284" y="241300"/>
                </a:lnTo>
                <a:close/>
              </a:path>
              <a:path w="501014" h="244475">
                <a:moveTo>
                  <a:pt x="500888" y="215646"/>
                </a:moveTo>
                <a:lnTo>
                  <a:pt x="475488" y="215646"/>
                </a:lnTo>
                <a:lnTo>
                  <a:pt x="475614" y="237998"/>
                </a:lnTo>
                <a:lnTo>
                  <a:pt x="481118" y="241300"/>
                </a:lnTo>
                <a:lnTo>
                  <a:pt x="495511" y="241300"/>
                </a:lnTo>
                <a:lnTo>
                  <a:pt x="497204" y="240791"/>
                </a:lnTo>
                <a:lnTo>
                  <a:pt x="499237" y="240029"/>
                </a:lnTo>
                <a:lnTo>
                  <a:pt x="499872" y="239395"/>
                </a:lnTo>
                <a:lnTo>
                  <a:pt x="500252" y="238760"/>
                </a:lnTo>
                <a:lnTo>
                  <a:pt x="500761" y="237998"/>
                </a:lnTo>
                <a:lnTo>
                  <a:pt x="500888" y="215646"/>
                </a:lnTo>
                <a:close/>
              </a:path>
              <a:path w="501014" h="244475">
                <a:moveTo>
                  <a:pt x="500888" y="97027"/>
                </a:moveTo>
                <a:lnTo>
                  <a:pt x="434975" y="97027"/>
                </a:lnTo>
                <a:lnTo>
                  <a:pt x="442467" y="99567"/>
                </a:lnTo>
                <a:lnTo>
                  <a:pt x="449706" y="104648"/>
                </a:lnTo>
                <a:lnTo>
                  <a:pt x="455229" y="108854"/>
                </a:lnTo>
                <a:lnTo>
                  <a:pt x="460755" y="113871"/>
                </a:lnTo>
                <a:lnTo>
                  <a:pt x="466423" y="119810"/>
                </a:lnTo>
                <a:lnTo>
                  <a:pt x="472186" y="126619"/>
                </a:lnTo>
                <a:lnTo>
                  <a:pt x="472186" y="188975"/>
                </a:lnTo>
                <a:lnTo>
                  <a:pt x="443991" y="215137"/>
                </a:lnTo>
                <a:lnTo>
                  <a:pt x="429640" y="219455"/>
                </a:lnTo>
                <a:lnTo>
                  <a:pt x="471718" y="219455"/>
                </a:lnTo>
                <a:lnTo>
                  <a:pt x="475488" y="215646"/>
                </a:lnTo>
                <a:lnTo>
                  <a:pt x="500888" y="215646"/>
                </a:lnTo>
                <a:lnTo>
                  <a:pt x="500888" y="97027"/>
                </a:lnTo>
                <a:close/>
              </a:path>
              <a:path w="501014" h="244475">
                <a:moveTo>
                  <a:pt x="491616" y="0"/>
                </a:moveTo>
                <a:lnTo>
                  <a:pt x="481329" y="0"/>
                </a:lnTo>
                <a:lnTo>
                  <a:pt x="477774" y="508"/>
                </a:lnTo>
                <a:lnTo>
                  <a:pt x="472186" y="96012"/>
                </a:lnTo>
                <a:lnTo>
                  <a:pt x="500888" y="96012"/>
                </a:lnTo>
                <a:lnTo>
                  <a:pt x="500888" y="4572"/>
                </a:lnTo>
                <a:lnTo>
                  <a:pt x="500634" y="3810"/>
                </a:lnTo>
                <a:lnTo>
                  <a:pt x="491616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47C5350D-B934-E0A2-51EB-DE90EEEB887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02786" y="2890392"/>
            <a:ext cx="1162303" cy="245999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3D985600-AF8D-0E2C-D419-62F29655FE1F}"/>
              </a:ext>
            </a:extLst>
          </p:cNvPr>
          <p:cNvSpPr/>
          <p:nvPr/>
        </p:nvSpPr>
        <p:spPr>
          <a:xfrm>
            <a:off x="757339" y="330314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>
            <a:extLst>
              <a:ext uri="{FF2B5EF4-FFF2-40B4-BE49-F238E27FC236}">
                <a16:creationId xmlns:a16="http://schemas.microsoft.com/office/drawing/2014/main" id="{50F88088-2987-F686-49A6-2AA4AE58567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3508" y="3318255"/>
            <a:ext cx="2766618" cy="304800"/>
          </a:xfrm>
          <a:prstGeom prst="rect">
            <a:avLst/>
          </a:prstGeom>
        </p:spPr>
      </p:pic>
      <p:pic>
        <p:nvPicPr>
          <p:cNvPr id="21" name="object 21">
            <a:extLst>
              <a:ext uri="{FF2B5EF4-FFF2-40B4-BE49-F238E27FC236}">
                <a16:creationId xmlns:a16="http://schemas.microsoft.com/office/drawing/2014/main" id="{C2DA8525-779B-351A-8F22-3217C17BE83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53112" y="1170858"/>
            <a:ext cx="3480538" cy="4332567"/>
          </a:xfrm>
          <a:prstGeom prst="rect">
            <a:avLst/>
          </a:prstGeom>
        </p:spPr>
      </p:pic>
      <p:pic>
        <p:nvPicPr>
          <p:cNvPr id="22" name="object 22">
            <a:extLst>
              <a:ext uri="{FF2B5EF4-FFF2-40B4-BE49-F238E27FC236}">
                <a16:creationId xmlns:a16="http://schemas.microsoft.com/office/drawing/2014/main" id="{30E9B043-48E2-34F4-53E8-92336AA5B0B2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6071" y="4951559"/>
            <a:ext cx="4501567" cy="637825"/>
          </a:xfrm>
          <a:prstGeom prst="rect">
            <a:avLst/>
          </a:prstGeom>
        </p:spPr>
      </p:pic>
      <p:sp>
        <p:nvSpPr>
          <p:cNvPr id="23" name="object 23">
            <a:extLst>
              <a:ext uri="{FF2B5EF4-FFF2-40B4-BE49-F238E27FC236}">
                <a16:creationId xmlns:a16="http://schemas.microsoft.com/office/drawing/2014/main" id="{D510E804-4272-69D6-3EAD-80EBAB54BE42}"/>
              </a:ext>
            </a:extLst>
          </p:cNvPr>
          <p:cNvSpPr txBox="1"/>
          <p:nvPr/>
        </p:nvSpPr>
        <p:spPr>
          <a:xfrm>
            <a:off x="857250" y="4255770"/>
            <a:ext cx="4669790" cy="1446530"/>
          </a:xfrm>
          <a:prstGeom prst="rect">
            <a:avLst/>
          </a:prstGeom>
          <a:ln w="25907">
            <a:solidFill>
              <a:srgbClr val="97470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3030"/>
              </a:lnSpc>
            </a:pPr>
            <a:r>
              <a:rPr sz="2800" dirty="0">
                <a:latin typeface="Calibri"/>
                <a:cs typeface="Calibri"/>
              </a:rPr>
              <a:t>Q: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queries,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keys,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ABCD02F-9438-9892-9889-C446965D659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9833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</a:p>
        </p:txBody>
      </p:sp>
      <p:sp>
        <p:nvSpPr>
          <p:cNvPr id="3" name="object 3"/>
          <p:cNvSpPr/>
          <p:nvPr/>
        </p:nvSpPr>
        <p:spPr>
          <a:xfrm>
            <a:off x="757339" y="159626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26109" y="1611502"/>
            <a:ext cx="4179570" cy="245110"/>
            <a:chOff x="1026109" y="1611502"/>
            <a:chExt cx="4179570" cy="245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6109" y="1611502"/>
              <a:ext cx="1508048" cy="2447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57272" y="1753615"/>
              <a:ext cx="85090" cy="24130"/>
            </a:xfrm>
            <a:custGeom>
              <a:avLst/>
              <a:gdLst/>
              <a:ahLst/>
              <a:cxnLst/>
              <a:rect l="l" t="t" r="r" b="b"/>
              <a:pathLst>
                <a:path w="85089" h="24130">
                  <a:moveTo>
                    <a:pt x="79628" y="0"/>
                  </a:moveTo>
                  <a:lnTo>
                    <a:pt x="4190" y="0"/>
                  </a:lnTo>
                  <a:lnTo>
                    <a:pt x="2539" y="762"/>
                  </a:lnTo>
                  <a:lnTo>
                    <a:pt x="507" y="4318"/>
                  </a:lnTo>
                  <a:lnTo>
                    <a:pt x="0" y="7366"/>
                  </a:lnTo>
                  <a:lnTo>
                    <a:pt x="0" y="16129"/>
                  </a:lnTo>
                  <a:lnTo>
                    <a:pt x="507" y="19176"/>
                  </a:lnTo>
                  <a:lnTo>
                    <a:pt x="2539" y="22860"/>
                  </a:lnTo>
                  <a:lnTo>
                    <a:pt x="4190" y="23749"/>
                  </a:lnTo>
                  <a:lnTo>
                    <a:pt x="80644" y="23749"/>
                  </a:lnTo>
                  <a:lnTo>
                    <a:pt x="82168" y="22860"/>
                  </a:lnTo>
                  <a:lnTo>
                    <a:pt x="84200" y="19431"/>
                  </a:lnTo>
                  <a:lnTo>
                    <a:pt x="84835" y="16256"/>
                  </a:lnTo>
                  <a:lnTo>
                    <a:pt x="84835" y="11684"/>
                  </a:lnTo>
                  <a:lnTo>
                    <a:pt x="84835" y="9525"/>
                  </a:lnTo>
                  <a:lnTo>
                    <a:pt x="80517" y="126"/>
                  </a:lnTo>
                  <a:lnTo>
                    <a:pt x="7962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3383" y="1612264"/>
              <a:ext cx="2522220" cy="24396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4552" y="1912366"/>
            <a:ext cx="3390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2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Head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7339" y="244970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043508" y="2465704"/>
            <a:ext cx="3948429" cy="244475"/>
            <a:chOff x="1043508" y="2465704"/>
            <a:chExt cx="3948429" cy="2444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508" y="2476245"/>
              <a:ext cx="1100378" cy="2334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80844" y="2465704"/>
              <a:ext cx="1628775" cy="244475"/>
            </a:xfrm>
            <a:custGeom>
              <a:avLst/>
              <a:gdLst/>
              <a:ahLst/>
              <a:cxnLst/>
              <a:rect l="l" t="t" r="r" b="b"/>
              <a:pathLst>
                <a:path w="1628775" h="244475">
                  <a:moveTo>
                    <a:pt x="84836" y="150876"/>
                  </a:moveTo>
                  <a:lnTo>
                    <a:pt x="79629" y="141351"/>
                  </a:lnTo>
                  <a:lnTo>
                    <a:pt x="4191" y="141351"/>
                  </a:lnTo>
                  <a:lnTo>
                    <a:pt x="2540" y="142113"/>
                  </a:lnTo>
                  <a:lnTo>
                    <a:pt x="508" y="145669"/>
                  </a:lnTo>
                  <a:lnTo>
                    <a:pt x="0" y="148717"/>
                  </a:lnTo>
                  <a:lnTo>
                    <a:pt x="0" y="157480"/>
                  </a:lnTo>
                  <a:lnTo>
                    <a:pt x="508" y="160528"/>
                  </a:lnTo>
                  <a:lnTo>
                    <a:pt x="2540" y="164211"/>
                  </a:lnTo>
                  <a:lnTo>
                    <a:pt x="4191" y="165100"/>
                  </a:lnTo>
                  <a:lnTo>
                    <a:pt x="80645" y="165100"/>
                  </a:lnTo>
                  <a:lnTo>
                    <a:pt x="82169" y="164211"/>
                  </a:lnTo>
                  <a:lnTo>
                    <a:pt x="84201" y="160782"/>
                  </a:lnTo>
                  <a:lnTo>
                    <a:pt x="84836" y="157607"/>
                  </a:lnTo>
                  <a:lnTo>
                    <a:pt x="84836" y="153035"/>
                  </a:lnTo>
                  <a:lnTo>
                    <a:pt x="84836" y="150876"/>
                  </a:lnTo>
                  <a:close/>
                </a:path>
                <a:path w="1628775" h="244475">
                  <a:moveTo>
                    <a:pt x="340868" y="78105"/>
                  </a:moveTo>
                  <a:lnTo>
                    <a:pt x="340487" y="77470"/>
                  </a:lnTo>
                  <a:lnTo>
                    <a:pt x="340106" y="76962"/>
                  </a:lnTo>
                  <a:lnTo>
                    <a:pt x="339344" y="76454"/>
                  </a:lnTo>
                  <a:lnTo>
                    <a:pt x="338823" y="76200"/>
                  </a:lnTo>
                  <a:lnTo>
                    <a:pt x="337439" y="75438"/>
                  </a:lnTo>
                  <a:lnTo>
                    <a:pt x="317627" y="75438"/>
                  </a:lnTo>
                  <a:lnTo>
                    <a:pt x="316865" y="75565"/>
                  </a:lnTo>
                  <a:lnTo>
                    <a:pt x="315468" y="76200"/>
                  </a:lnTo>
                  <a:lnTo>
                    <a:pt x="314706" y="76454"/>
                  </a:lnTo>
                  <a:lnTo>
                    <a:pt x="313944" y="76962"/>
                  </a:lnTo>
                  <a:lnTo>
                    <a:pt x="312928" y="78486"/>
                  </a:lnTo>
                  <a:lnTo>
                    <a:pt x="312762" y="78867"/>
                  </a:lnTo>
                  <a:lnTo>
                    <a:pt x="312648" y="79121"/>
                  </a:lnTo>
                  <a:lnTo>
                    <a:pt x="312547" y="79375"/>
                  </a:lnTo>
                  <a:lnTo>
                    <a:pt x="312420" y="79883"/>
                  </a:lnTo>
                  <a:lnTo>
                    <a:pt x="312293" y="80391"/>
                  </a:lnTo>
                  <a:lnTo>
                    <a:pt x="275209" y="209042"/>
                  </a:lnTo>
                  <a:lnTo>
                    <a:pt x="274955" y="210693"/>
                  </a:lnTo>
                  <a:lnTo>
                    <a:pt x="274701" y="209042"/>
                  </a:lnTo>
                  <a:lnTo>
                    <a:pt x="249097" y="120650"/>
                  </a:lnTo>
                  <a:lnTo>
                    <a:pt x="237426" y="80391"/>
                  </a:lnTo>
                  <a:lnTo>
                    <a:pt x="237159" y="79375"/>
                  </a:lnTo>
                  <a:lnTo>
                    <a:pt x="237109" y="79121"/>
                  </a:lnTo>
                  <a:lnTo>
                    <a:pt x="237020" y="78867"/>
                  </a:lnTo>
                  <a:lnTo>
                    <a:pt x="236893" y="78486"/>
                  </a:lnTo>
                  <a:lnTo>
                    <a:pt x="236651" y="78105"/>
                  </a:lnTo>
                  <a:lnTo>
                    <a:pt x="236347" y="77724"/>
                  </a:lnTo>
                  <a:lnTo>
                    <a:pt x="235839" y="76962"/>
                  </a:lnTo>
                  <a:lnTo>
                    <a:pt x="235077" y="76454"/>
                  </a:lnTo>
                  <a:lnTo>
                    <a:pt x="234391" y="76200"/>
                  </a:lnTo>
                  <a:lnTo>
                    <a:pt x="233045" y="75565"/>
                  </a:lnTo>
                  <a:lnTo>
                    <a:pt x="232333" y="75438"/>
                  </a:lnTo>
                  <a:lnTo>
                    <a:pt x="213423" y="75438"/>
                  </a:lnTo>
                  <a:lnTo>
                    <a:pt x="212725" y="75565"/>
                  </a:lnTo>
                  <a:lnTo>
                    <a:pt x="211366" y="76200"/>
                  </a:lnTo>
                  <a:lnTo>
                    <a:pt x="210693" y="76454"/>
                  </a:lnTo>
                  <a:lnTo>
                    <a:pt x="209931" y="76962"/>
                  </a:lnTo>
                  <a:lnTo>
                    <a:pt x="209423" y="77724"/>
                  </a:lnTo>
                  <a:lnTo>
                    <a:pt x="208788" y="78486"/>
                  </a:lnTo>
                  <a:lnTo>
                    <a:pt x="173736" y="209042"/>
                  </a:lnTo>
                  <a:lnTo>
                    <a:pt x="173355" y="210693"/>
                  </a:lnTo>
                  <a:lnTo>
                    <a:pt x="173101" y="209042"/>
                  </a:lnTo>
                  <a:lnTo>
                    <a:pt x="135382" y="80391"/>
                  </a:lnTo>
                  <a:lnTo>
                    <a:pt x="135255" y="79883"/>
                  </a:lnTo>
                  <a:lnTo>
                    <a:pt x="135128" y="79375"/>
                  </a:lnTo>
                  <a:lnTo>
                    <a:pt x="134620" y="78486"/>
                  </a:lnTo>
                  <a:lnTo>
                    <a:pt x="134239" y="77724"/>
                  </a:lnTo>
                  <a:lnTo>
                    <a:pt x="133731" y="76962"/>
                  </a:lnTo>
                  <a:lnTo>
                    <a:pt x="132969" y="76454"/>
                  </a:lnTo>
                  <a:lnTo>
                    <a:pt x="132283" y="76200"/>
                  </a:lnTo>
                  <a:lnTo>
                    <a:pt x="130937" y="75565"/>
                  </a:lnTo>
                  <a:lnTo>
                    <a:pt x="130162" y="75438"/>
                  </a:lnTo>
                  <a:lnTo>
                    <a:pt x="109601" y="75438"/>
                  </a:lnTo>
                  <a:lnTo>
                    <a:pt x="107315" y="76200"/>
                  </a:lnTo>
                  <a:lnTo>
                    <a:pt x="106997" y="76454"/>
                  </a:lnTo>
                  <a:lnTo>
                    <a:pt x="106476" y="76962"/>
                  </a:lnTo>
                  <a:lnTo>
                    <a:pt x="106172" y="77470"/>
                  </a:lnTo>
                  <a:lnTo>
                    <a:pt x="105664" y="78105"/>
                  </a:lnTo>
                  <a:lnTo>
                    <a:pt x="152527" y="235458"/>
                  </a:lnTo>
                  <a:lnTo>
                    <a:pt x="154178" y="238379"/>
                  </a:lnTo>
                  <a:lnTo>
                    <a:pt x="154901" y="239395"/>
                  </a:lnTo>
                  <a:lnTo>
                    <a:pt x="155028" y="239395"/>
                  </a:lnTo>
                  <a:lnTo>
                    <a:pt x="156171" y="240030"/>
                  </a:lnTo>
                  <a:lnTo>
                    <a:pt x="156413" y="240030"/>
                  </a:lnTo>
                  <a:lnTo>
                    <a:pt x="157353" y="240284"/>
                  </a:lnTo>
                  <a:lnTo>
                    <a:pt x="159092" y="240919"/>
                  </a:lnTo>
                  <a:lnTo>
                    <a:pt x="159385" y="240919"/>
                  </a:lnTo>
                  <a:lnTo>
                    <a:pt x="161290" y="241300"/>
                  </a:lnTo>
                  <a:lnTo>
                    <a:pt x="162941" y="241300"/>
                  </a:lnTo>
                  <a:lnTo>
                    <a:pt x="165100" y="241554"/>
                  </a:lnTo>
                  <a:lnTo>
                    <a:pt x="178181" y="241554"/>
                  </a:lnTo>
                  <a:lnTo>
                    <a:pt x="182753" y="241300"/>
                  </a:lnTo>
                  <a:lnTo>
                    <a:pt x="197891" y="210693"/>
                  </a:lnTo>
                  <a:lnTo>
                    <a:pt x="221615" y="122174"/>
                  </a:lnTo>
                  <a:lnTo>
                    <a:pt x="221996" y="120650"/>
                  </a:lnTo>
                  <a:lnTo>
                    <a:pt x="222250" y="122174"/>
                  </a:lnTo>
                  <a:lnTo>
                    <a:pt x="255016" y="235458"/>
                  </a:lnTo>
                  <a:lnTo>
                    <a:pt x="255397" y="236601"/>
                  </a:lnTo>
                  <a:lnTo>
                    <a:pt x="256032" y="237744"/>
                  </a:lnTo>
                  <a:lnTo>
                    <a:pt x="256667" y="238379"/>
                  </a:lnTo>
                  <a:lnTo>
                    <a:pt x="256844" y="238633"/>
                  </a:lnTo>
                  <a:lnTo>
                    <a:pt x="257492" y="239395"/>
                  </a:lnTo>
                  <a:lnTo>
                    <a:pt x="258521" y="240030"/>
                  </a:lnTo>
                  <a:lnTo>
                    <a:pt x="258826" y="240030"/>
                  </a:lnTo>
                  <a:lnTo>
                    <a:pt x="259842" y="240284"/>
                  </a:lnTo>
                  <a:lnTo>
                    <a:pt x="261581" y="240919"/>
                  </a:lnTo>
                  <a:lnTo>
                    <a:pt x="261874" y="240919"/>
                  </a:lnTo>
                  <a:lnTo>
                    <a:pt x="263779" y="241300"/>
                  </a:lnTo>
                  <a:lnTo>
                    <a:pt x="265684" y="241300"/>
                  </a:lnTo>
                  <a:lnTo>
                    <a:pt x="268097" y="241554"/>
                  </a:lnTo>
                  <a:lnTo>
                    <a:pt x="281051" y="241554"/>
                  </a:lnTo>
                  <a:lnTo>
                    <a:pt x="293497" y="235458"/>
                  </a:lnTo>
                  <a:lnTo>
                    <a:pt x="301167" y="210693"/>
                  </a:lnTo>
                  <a:lnTo>
                    <a:pt x="339471" y="87249"/>
                  </a:lnTo>
                  <a:lnTo>
                    <a:pt x="340106" y="85471"/>
                  </a:lnTo>
                  <a:lnTo>
                    <a:pt x="340487" y="84074"/>
                  </a:lnTo>
                  <a:lnTo>
                    <a:pt x="340741" y="82931"/>
                  </a:lnTo>
                  <a:lnTo>
                    <a:pt x="340868" y="78105"/>
                  </a:lnTo>
                  <a:close/>
                </a:path>
                <a:path w="1628775" h="244475">
                  <a:moveTo>
                    <a:pt x="405892" y="79502"/>
                  </a:moveTo>
                  <a:lnTo>
                    <a:pt x="405638" y="78740"/>
                  </a:lnTo>
                  <a:lnTo>
                    <a:pt x="405130" y="77978"/>
                  </a:lnTo>
                  <a:lnTo>
                    <a:pt x="404749" y="77343"/>
                  </a:lnTo>
                  <a:lnTo>
                    <a:pt x="403987" y="76708"/>
                  </a:lnTo>
                  <a:lnTo>
                    <a:pt x="402971" y="76327"/>
                  </a:lnTo>
                  <a:lnTo>
                    <a:pt x="401955" y="75819"/>
                  </a:lnTo>
                  <a:lnTo>
                    <a:pt x="400431" y="75438"/>
                  </a:lnTo>
                  <a:lnTo>
                    <a:pt x="398653" y="75184"/>
                  </a:lnTo>
                  <a:lnTo>
                    <a:pt x="384556" y="75184"/>
                  </a:lnTo>
                  <a:lnTo>
                    <a:pt x="382651" y="75438"/>
                  </a:lnTo>
                  <a:lnTo>
                    <a:pt x="381254" y="75819"/>
                  </a:lnTo>
                  <a:lnTo>
                    <a:pt x="380111" y="76327"/>
                  </a:lnTo>
                  <a:lnTo>
                    <a:pt x="379095" y="76708"/>
                  </a:lnTo>
                  <a:lnTo>
                    <a:pt x="378333" y="77343"/>
                  </a:lnTo>
                  <a:lnTo>
                    <a:pt x="377825" y="77978"/>
                  </a:lnTo>
                  <a:lnTo>
                    <a:pt x="377444" y="78740"/>
                  </a:lnTo>
                  <a:lnTo>
                    <a:pt x="377444" y="237998"/>
                  </a:lnTo>
                  <a:lnTo>
                    <a:pt x="377825" y="238633"/>
                  </a:lnTo>
                  <a:lnTo>
                    <a:pt x="378333" y="239268"/>
                  </a:lnTo>
                  <a:lnTo>
                    <a:pt x="379095" y="239903"/>
                  </a:lnTo>
                  <a:lnTo>
                    <a:pt x="380111" y="240284"/>
                  </a:lnTo>
                  <a:lnTo>
                    <a:pt x="381254" y="240792"/>
                  </a:lnTo>
                  <a:lnTo>
                    <a:pt x="383108" y="241300"/>
                  </a:lnTo>
                  <a:lnTo>
                    <a:pt x="384556" y="241300"/>
                  </a:lnTo>
                  <a:lnTo>
                    <a:pt x="386461" y="241554"/>
                  </a:lnTo>
                  <a:lnTo>
                    <a:pt x="396748" y="241554"/>
                  </a:lnTo>
                  <a:lnTo>
                    <a:pt x="398653" y="241300"/>
                  </a:lnTo>
                  <a:lnTo>
                    <a:pt x="399923" y="241300"/>
                  </a:lnTo>
                  <a:lnTo>
                    <a:pt x="401955" y="240792"/>
                  </a:lnTo>
                  <a:lnTo>
                    <a:pt x="402971" y="240284"/>
                  </a:lnTo>
                  <a:lnTo>
                    <a:pt x="403987" y="239903"/>
                  </a:lnTo>
                  <a:lnTo>
                    <a:pt x="404749" y="239268"/>
                  </a:lnTo>
                  <a:lnTo>
                    <a:pt x="405130" y="238633"/>
                  </a:lnTo>
                  <a:lnTo>
                    <a:pt x="405638" y="237998"/>
                  </a:lnTo>
                  <a:lnTo>
                    <a:pt x="405892" y="237236"/>
                  </a:lnTo>
                  <a:lnTo>
                    <a:pt x="405892" y="79502"/>
                  </a:lnTo>
                  <a:close/>
                </a:path>
                <a:path w="1628775" h="244475">
                  <a:moveTo>
                    <a:pt x="409194" y="20955"/>
                  </a:moveTo>
                  <a:lnTo>
                    <a:pt x="407949" y="16637"/>
                  </a:lnTo>
                  <a:lnTo>
                    <a:pt x="402971" y="11811"/>
                  </a:lnTo>
                  <a:lnTo>
                    <a:pt x="398399" y="10541"/>
                  </a:lnTo>
                  <a:lnTo>
                    <a:pt x="384810" y="10541"/>
                  </a:lnTo>
                  <a:lnTo>
                    <a:pt x="380111" y="11811"/>
                  </a:lnTo>
                  <a:lnTo>
                    <a:pt x="375031" y="16637"/>
                  </a:lnTo>
                  <a:lnTo>
                    <a:pt x="373824" y="20955"/>
                  </a:lnTo>
                  <a:lnTo>
                    <a:pt x="373761" y="34544"/>
                  </a:lnTo>
                  <a:lnTo>
                    <a:pt x="374992" y="38862"/>
                  </a:lnTo>
                  <a:lnTo>
                    <a:pt x="375031" y="38989"/>
                  </a:lnTo>
                  <a:lnTo>
                    <a:pt x="379984" y="43688"/>
                  </a:lnTo>
                  <a:lnTo>
                    <a:pt x="384556" y="44958"/>
                  </a:lnTo>
                  <a:lnTo>
                    <a:pt x="398145" y="44958"/>
                  </a:lnTo>
                  <a:lnTo>
                    <a:pt x="402844" y="43688"/>
                  </a:lnTo>
                  <a:lnTo>
                    <a:pt x="407924" y="38862"/>
                  </a:lnTo>
                  <a:lnTo>
                    <a:pt x="409117" y="34544"/>
                  </a:lnTo>
                  <a:lnTo>
                    <a:pt x="409194" y="20955"/>
                  </a:lnTo>
                  <a:close/>
                </a:path>
                <a:path w="1628775" h="244475">
                  <a:moveTo>
                    <a:pt x="556006" y="187198"/>
                  </a:moveTo>
                  <a:lnTo>
                    <a:pt x="554977" y="181991"/>
                  </a:lnTo>
                  <a:lnTo>
                    <a:pt x="554863" y="181356"/>
                  </a:lnTo>
                  <a:lnTo>
                    <a:pt x="552577" y="176530"/>
                  </a:lnTo>
                  <a:lnTo>
                    <a:pt x="521335" y="150495"/>
                  </a:lnTo>
                  <a:lnTo>
                    <a:pt x="511429" y="146685"/>
                  </a:lnTo>
                  <a:lnTo>
                    <a:pt x="506603" y="144653"/>
                  </a:lnTo>
                  <a:lnTo>
                    <a:pt x="476758" y="121666"/>
                  </a:lnTo>
                  <a:lnTo>
                    <a:pt x="476758" y="113919"/>
                  </a:lnTo>
                  <a:lnTo>
                    <a:pt x="483997" y="100965"/>
                  </a:lnTo>
                  <a:lnTo>
                    <a:pt x="485990" y="99187"/>
                  </a:lnTo>
                  <a:lnTo>
                    <a:pt x="501015" y="94615"/>
                  </a:lnTo>
                  <a:lnTo>
                    <a:pt x="511302" y="94615"/>
                  </a:lnTo>
                  <a:lnTo>
                    <a:pt x="538988" y="104775"/>
                  </a:lnTo>
                  <a:lnTo>
                    <a:pt x="541020" y="106045"/>
                  </a:lnTo>
                  <a:lnTo>
                    <a:pt x="542836" y="106807"/>
                  </a:lnTo>
                  <a:lnTo>
                    <a:pt x="543877" y="106807"/>
                  </a:lnTo>
                  <a:lnTo>
                    <a:pt x="546862" y="104013"/>
                  </a:lnTo>
                  <a:lnTo>
                    <a:pt x="547370" y="103124"/>
                  </a:lnTo>
                  <a:lnTo>
                    <a:pt x="547573" y="102108"/>
                  </a:lnTo>
                  <a:lnTo>
                    <a:pt x="547674" y="101219"/>
                  </a:lnTo>
                  <a:lnTo>
                    <a:pt x="547738" y="100584"/>
                  </a:lnTo>
                  <a:lnTo>
                    <a:pt x="547979" y="99187"/>
                  </a:lnTo>
                  <a:lnTo>
                    <a:pt x="548005" y="94615"/>
                  </a:lnTo>
                  <a:lnTo>
                    <a:pt x="548005" y="91948"/>
                  </a:lnTo>
                  <a:lnTo>
                    <a:pt x="547751" y="90678"/>
                  </a:lnTo>
                  <a:lnTo>
                    <a:pt x="547624" y="89408"/>
                  </a:lnTo>
                  <a:lnTo>
                    <a:pt x="547370" y="88392"/>
                  </a:lnTo>
                  <a:lnTo>
                    <a:pt x="547243" y="87503"/>
                  </a:lnTo>
                  <a:lnTo>
                    <a:pt x="547116" y="86614"/>
                  </a:lnTo>
                  <a:lnTo>
                    <a:pt x="546354" y="85090"/>
                  </a:lnTo>
                  <a:lnTo>
                    <a:pt x="545973" y="84455"/>
                  </a:lnTo>
                  <a:lnTo>
                    <a:pt x="545211" y="83566"/>
                  </a:lnTo>
                  <a:lnTo>
                    <a:pt x="543941" y="82677"/>
                  </a:lnTo>
                  <a:lnTo>
                    <a:pt x="542798" y="81788"/>
                  </a:lnTo>
                  <a:lnTo>
                    <a:pt x="540893" y="80645"/>
                  </a:lnTo>
                  <a:lnTo>
                    <a:pt x="538607" y="79502"/>
                  </a:lnTo>
                  <a:lnTo>
                    <a:pt x="536194" y="78232"/>
                  </a:lnTo>
                  <a:lnTo>
                    <a:pt x="533400" y="77089"/>
                  </a:lnTo>
                  <a:lnTo>
                    <a:pt x="529971" y="76073"/>
                  </a:lnTo>
                  <a:lnTo>
                    <a:pt x="526669" y="75057"/>
                  </a:lnTo>
                  <a:lnTo>
                    <a:pt x="522859" y="74168"/>
                  </a:lnTo>
                  <a:lnTo>
                    <a:pt x="518668" y="73533"/>
                  </a:lnTo>
                  <a:lnTo>
                    <a:pt x="514604" y="72771"/>
                  </a:lnTo>
                  <a:lnTo>
                    <a:pt x="510413" y="72517"/>
                  </a:lnTo>
                  <a:lnTo>
                    <a:pt x="496824" y="72517"/>
                  </a:lnTo>
                  <a:lnTo>
                    <a:pt x="458851" y="90678"/>
                  </a:lnTo>
                  <a:lnTo>
                    <a:pt x="449326" y="112649"/>
                  </a:lnTo>
                  <a:lnTo>
                    <a:pt x="449326" y="125730"/>
                  </a:lnTo>
                  <a:lnTo>
                    <a:pt x="474218" y="158496"/>
                  </a:lnTo>
                  <a:lnTo>
                    <a:pt x="478917" y="161036"/>
                  </a:lnTo>
                  <a:lnTo>
                    <a:pt x="483743" y="163322"/>
                  </a:lnTo>
                  <a:lnTo>
                    <a:pt x="488696" y="165227"/>
                  </a:lnTo>
                  <a:lnTo>
                    <a:pt x="493522" y="167259"/>
                  </a:lnTo>
                  <a:lnTo>
                    <a:pt x="524383" y="185039"/>
                  </a:lnTo>
                  <a:lnTo>
                    <a:pt x="526669" y="187960"/>
                  </a:lnTo>
                  <a:lnTo>
                    <a:pt x="527685" y="191643"/>
                  </a:lnTo>
                  <a:lnTo>
                    <a:pt x="527685" y="200406"/>
                  </a:lnTo>
                  <a:lnTo>
                    <a:pt x="526923" y="204089"/>
                  </a:lnTo>
                  <a:lnTo>
                    <a:pt x="525526" y="206883"/>
                  </a:lnTo>
                  <a:lnTo>
                    <a:pt x="523989" y="210058"/>
                  </a:lnTo>
                  <a:lnTo>
                    <a:pt x="523875" y="210312"/>
                  </a:lnTo>
                  <a:lnTo>
                    <a:pt x="521589" y="212852"/>
                  </a:lnTo>
                  <a:lnTo>
                    <a:pt x="518668" y="214884"/>
                  </a:lnTo>
                  <a:lnTo>
                    <a:pt x="515874" y="216916"/>
                  </a:lnTo>
                  <a:lnTo>
                    <a:pt x="512445" y="218440"/>
                  </a:lnTo>
                  <a:lnTo>
                    <a:pt x="508508" y="219456"/>
                  </a:lnTo>
                  <a:lnTo>
                    <a:pt x="504571" y="220599"/>
                  </a:lnTo>
                  <a:lnTo>
                    <a:pt x="500126" y="221107"/>
                  </a:lnTo>
                  <a:lnTo>
                    <a:pt x="488823" y="221107"/>
                  </a:lnTo>
                  <a:lnTo>
                    <a:pt x="453517" y="206883"/>
                  </a:lnTo>
                  <a:lnTo>
                    <a:pt x="451739" y="206121"/>
                  </a:lnTo>
                  <a:lnTo>
                    <a:pt x="449580" y="206121"/>
                  </a:lnTo>
                  <a:lnTo>
                    <a:pt x="448945" y="206375"/>
                  </a:lnTo>
                  <a:lnTo>
                    <a:pt x="447675" y="207137"/>
                  </a:lnTo>
                  <a:lnTo>
                    <a:pt x="447167" y="207772"/>
                  </a:lnTo>
                  <a:lnTo>
                    <a:pt x="446874" y="208534"/>
                  </a:lnTo>
                  <a:lnTo>
                    <a:pt x="446405" y="209677"/>
                  </a:lnTo>
                  <a:lnTo>
                    <a:pt x="446151" y="210947"/>
                  </a:lnTo>
                  <a:lnTo>
                    <a:pt x="445681" y="213614"/>
                  </a:lnTo>
                  <a:lnTo>
                    <a:pt x="445643" y="213868"/>
                  </a:lnTo>
                  <a:lnTo>
                    <a:pt x="445516" y="221488"/>
                  </a:lnTo>
                  <a:lnTo>
                    <a:pt x="445897" y="224409"/>
                  </a:lnTo>
                  <a:lnTo>
                    <a:pt x="479615" y="242824"/>
                  </a:lnTo>
                  <a:lnTo>
                    <a:pt x="479755" y="242824"/>
                  </a:lnTo>
                  <a:lnTo>
                    <a:pt x="483997" y="243459"/>
                  </a:lnTo>
                  <a:lnTo>
                    <a:pt x="489204" y="243967"/>
                  </a:lnTo>
                  <a:lnTo>
                    <a:pt x="503809" y="243967"/>
                  </a:lnTo>
                  <a:lnTo>
                    <a:pt x="512064" y="242824"/>
                  </a:lnTo>
                  <a:lnTo>
                    <a:pt x="527050" y="238506"/>
                  </a:lnTo>
                  <a:lnTo>
                    <a:pt x="533527" y="235204"/>
                  </a:lnTo>
                  <a:lnTo>
                    <a:pt x="538988" y="230886"/>
                  </a:lnTo>
                  <a:lnTo>
                    <a:pt x="544449" y="226695"/>
                  </a:lnTo>
                  <a:lnTo>
                    <a:pt x="548538" y="221488"/>
                  </a:lnTo>
                  <a:lnTo>
                    <a:pt x="548754" y="221107"/>
                  </a:lnTo>
                  <a:lnTo>
                    <a:pt x="554482" y="208915"/>
                  </a:lnTo>
                  <a:lnTo>
                    <a:pt x="556006" y="201803"/>
                  </a:lnTo>
                  <a:lnTo>
                    <a:pt x="556006" y="187198"/>
                  </a:lnTo>
                  <a:close/>
                </a:path>
                <a:path w="1628775" h="244475">
                  <a:moveTo>
                    <a:pt x="729869" y="156083"/>
                  </a:moveTo>
                  <a:lnTo>
                    <a:pt x="729754" y="143002"/>
                  </a:lnTo>
                  <a:lnTo>
                    <a:pt x="729653" y="139865"/>
                  </a:lnTo>
                  <a:lnTo>
                    <a:pt x="729627" y="138811"/>
                  </a:lnTo>
                  <a:lnTo>
                    <a:pt x="728980" y="132372"/>
                  </a:lnTo>
                  <a:lnTo>
                    <a:pt x="728891" y="131533"/>
                  </a:lnTo>
                  <a:lnTo>
                    <a:pt x="727710" y="124714"/>
                  </a:lnTo>
                  <a:lnTo>
                    <a:pt x="727671" y="124472"/>
                  </a:lnTo>
                  <a:lnTo>
                    <a:pt x="714209" y="94869"/>
                  </a:lnTo>
                  <a:lnTo>
                    <a:pt x="713740" y="94234"/>
                  </a:lnTo>
                  <a:lnTo>
                    <a:pt x="709282" y="89522"/>
                  </a:lnTo>
                  <a:lnTo>
                    <a:pt x="704278" y="85305"/>
                  </a:lnTo>
                  <a:lnTo>
                    <a:pt x="701167" y="83235"/>
                  </a:lnTo>
                  <a:lnTo>
                    <a:pt x="701167" y="143002"/>
                  </a:lnTo>
                  <a:lnTo>
                    <a:pt x="615950" y="143002"/>
                  </a:lnTo>
                  <a:lnTo>
                    <a:pt x="616064" y="139865"/>
                  </a:lnTo>
                  <a:lnTo>
                    <a:pt x="616115" y="138811"/>
                  </a:lnTo>
                  <a:lnTo>
                    <a:pt x="616204" y="136652"/>
                  </a:lnTo>
                  <a:lnTo>
                    <a:pt x="635673" y="101549"/>
                  </a:lnTo>
                  <a:lnTo>
                    <a:pt x="652653" y="94869"/>
                  </a:lnTo>
                  <a:lnTo>
                    <a:pt x="659765" y="94869"/>
                  </a:lnTo>
                  <a:lnTo>
                    <a:pt x="695680" y="114706"/>
                  </a:lnTo>
                  <a:lnTo>
                    <a:pt x="701167" y="143002"/>
                  </a:lnTo>
                  <a:lnTo>
                    <a:pt x="701167" y="83235"/>
                  </a:lnTo>
                  <a:lnTo>
                    <a:pt x="661289" y="72517"/>
                  </a:lnTo>
                  <a:lnTo>
                    <a:pt x="652843" y="72885"/>
                  </a:lnTo>
                  <a:lnTo>
                    <a:pt x="611670" y="90347"/>
                  </a:lnTo>
                  <a:lnTo>
                    <a:pt x="591527" y="122923"/>
                  </a:lnTo>
                  <a:lnTo>
                    <a:pt x="586447" y="156083"/>
                  </a:lnTo>
                  <a:lnTo>
                    <a:pt x="586498" y="163957"/>
                  </a:lnTo>
                  <a:lnTo>
                    <a:pt x="594169" y="203746"/>
                  </a:lnTo>
                  <a:lnTo>
                    <a:pt x="601522" y="216789"/>
                  </a:lnTo>
                  <a:lnTo>
                    <a:pt x="601649" y="216992"/>
                  </a:lnTo>
                  <a:lnTo>
                    <a:pt x="638200" y="240969"/>
                  </a:lnTo>
                  <a:lnTo>
                    <a:pt x="664337" y="243967"/>
                  </a:lnTo>
                  <a:lnTo>
                    <a:pt x="671703" y="243967"/>
                  </a:lnTo>
                  <a:lnTo>
                    <a:pt x="711454" y="235712"/>
                  </a:lnTo>
                  <a:lnTo>
                    <a:pt x="722630" y="226822"/>
                  </a:lnTo>
                  <a:lnTo>
                    <a:pt x="722884" y="226060"/>
                  </a:lnTo>
                  <a:lnTo>
                    <a:pt x="723011" y="225044"/>
                  </a:lnTo>
                  <a:lnTo>
                    <a:pt x="723011" y="220726"/>
                  </a:lnTo>
                  <a:lnTo>
                    <a:pt x="719455" y="208915"/>
                  </a:lnTo>
                  <a:lnTo>
                    <a:pt x="717169" y="208915"/>
                  </a:lnTo>
                  <a:lnTo>
                    <a:pt x="715137" y="209550"/>
                  </a:lnTo>
                  <a:lnTo>
                    <a:pt x="712470" y="210693"/>
                  </a:lnTo>
                  <a:lnTo>
                    <a:pt x="709676" y="211963"/>
                  </a:lnTo>
                  <a:lnTo>
                    <a:pt x="706247" y="213360"/>
                  </a:lnTo>
                  <a:lnTo>
                    <a:pt x="701929" y="214757"/>
                  </a:lnTo>
                  <a:lnTo>
                    <a:pt x="697738" y="216281"/>
                  </a:lnTo>
                  <a:lnTo>
                    <a:pt x="692658" y="217678"/>
                  </a:lnTo>
                  <a:lnTo>
                    <a:pt x="686943" y="218948"/>
                  </a:lnTo>
                  <a:lnTo>
                    <a:pt x="681101" y="220091"/>
                  </a:lnTo>
                  <a:lnTo>
                    <a:pt x="674497" y="220726"/>
                  </a:lnTo>
                  <a:lnTo>
                    <a:pt x="657606" y="220726"/>
                  </a:lnTo>
                  <a:lnTo>
                    <a:pt x="627253" y="205232"/>
                  </a:lnTo>
                  <a:lnTo>
                    <a:pt x="623189" y="200279"/>
                  </a:lnTo>
                  <a:lnTo>
                    <a:pt x="620268" y="194310"/>
                  </a:lnTo>
                  <a:lnTo>
                    <a:pt x="618693" y="187782"/>
                  </a:lnTo>
                  <a:lnTo>
                    <a:pt x="616839" y="180467"/>
                  </a:lnTo>
                  <a:lnTo>
                    <a:pt x="615950" y="172720"/>
                  </a:lnTo>
                  <a:lnTo>
                    <a:pt x="615950" y="163957"/>
                  </a:lnTo>
                  <a:lnTo>
                    <a:pt x="721614" y="163957"/>
                  </a:lnTo>
                  <a:lnTo>
                    <a:pt x="724281" y="163068"/>
                  </a:lnTo>
                  <a:lnTo>
                    <a:pt x="726440" y="161163"/>
                  </a:lnTo>
                  <a:lnTo>
                    <a:pt x="728726" y="159258"/>
                  </a:lnTo>
                  <a:lnTo>
                    <a:pt x="729869" y="156083"/>
                  </a:lnTo>
                  <a:close/>
                </a:path>
                <a:path w="1628775" h="244475">
                  <a:moveTo>
                    <a:pt x="981456" y="25019"/>
                  </a:moveTo>
                  <a:lnTo>
                    <a:pt x="978281" y="17145"/>
                  </a:lnTo>
                  <a:lnTo>
                    <a:pt x="977265" y="16510"/>
                  </a:lnTo>
                  <a:lnTo>
                    <a:pt x="976503" y="16256"/>
                  </a:lnTo>
                  <a:lnTo>
                    <a:pt x="872109" y="16256"/>
                  </a:lnTo>
                  <a:lnTo>
                    <a:pt x="869569" y="17145"/>
                  </a:lnTo>
                  <a:lnTo>
                    <a:pt x="864870" y="20828"/>
                  </a:lnTo>
                  <a:lnTo>
                    <a:pt x="863727" y="23876"/>
                  </a:lnTo>
                  <a:lnTo>
                    <a:pt x="863727" y="236982"/>
                  </a:lnTo>
                  <a:lnTo>
                    <a:pt x="863854" y="237744"/>
                  </a:lnTo>
                  <a:lnTo>
                    <a:pt x="864870" y="239268"/>
                  </a:lnTo>
                  <a:lnTo>
                    <a:pt x="865632" y="239776"/>
                  </a:lnTo>
                  <a:lnTo>
                    <a:pt x="866775" y="240157"/>
                  </a:lnTo>
                  <a:lnTo>
                    <a:pt x="867918" y="240665"/>
                  </a:lnTo>
                  <a:lnTo>
                    <a:pt x="869569" y="240919"/>
                  </a:lnTo>
                  <a:lnTo>
                    <a:pt x="871474" y="241300"/>
                  </a:lnTo>
                  <a:lnTo>
                    <a:pt x="873379" y="241554"/>
                  </a:lnTo>
                  <a:lnTo>
                    <a:pt x="884047" y="241554"/>
                  </a:lnTo>
                  <a:lnTo>
                    <a:pt x="885825" y="241300"/>
                  </a:lnTo>
                  <a:lnTo>
                    <a:pt x="887730" y="240919"/>
                  </a:lnTo>
                  <a:lnTo>
                    <a:pt x="889254" y="240665"/>
                  </a:lnTo>
                  <a:lnTo>
                    <a:pt x="890397" y="240157"/>
                  </a:lnTo>
                  <a:lnTo>
                    <a:pt x="891540" y="239776"/>
                  </a:lnTo>
                  <a:lnTo>
                    <a:pt x="892302" y="239268"/>
                  </a:lnTo>
                  <a:lnTo>
                    <a:pt x="893318" y="237744"/>
                  </a:lnTo>
                  <a:lnTo>
                    <a:pt x="893445" y="142748"/>
                  </a:lnTo>
                  <a:lnTo>
                    <a:pt x="971931" y="142748"/>
                  </a:lnTo>
                  <a:lnTo>
                    <a:pt x="972820" y="142494"/>
                  </a:lnTo>
                  <a:lnTo>
                    <a:pt x="973455" y="141859"/>
                  </a:lnTo>
                  <a:lnTo>
                    <a:pt x="974217" y="141351"/>
                  </a:lnTo>
                  <a:lnTo>
                    <a:pt x="974979" y="140589"/>
                  </a:lnTo>
                  <a:lnTo>
                    <a:pt x="975487" y="139700"/>
                  </a:lnTo>
                  <a:lnTo>
                    <a:pt x="976122" y="138684"/>
                  </a:lnTo>
                  <a:lnTo>
                    <a:pt x="976503" y="137414"/>
                  </a:lnTo>
                  <a:lnTo>
                    <a:pt x="977011" y="134239"/>
                  </a:lnTo>
                  <a:lnTo>
                    <a:pt x="977011" y="125730"/>
                  </a:lnTo>
                  <a:lnTo>
                    <a:pt x="976503" y="122682"/>
                  </a:lnTo>
                  <a:lnTo>
                    <a:pt x="976122" y="121412"/>
                  </a:lnTo>
                  <a:lnTo>
                    <a:pt x="975487" y="120523"/>
                  </a:lnTo>
                  <a:lnTo>
                    <a:pt x="974979" y="119634"/>
                  </a:lnTo>
                  <a:lnTo>
                    <a:pt x="974217" y="118872"/>
                  </a:lnTo>
                  <a:lnTo>
                    <a:pt x="973455" y="118491"/>
                  </a:lnTo>
                  <a:lnTo>
                    <a:pt x="972820" y="118110"/>
                  </a:lnTo>
                  <a:lnTo>
                    <a:pt x="971931" y="117856"/>
                  </a:lnTo>
                  <a:lnTo>
                    <a:pt x="893445" y="117856"/>
                  </a:lnTo>
                  <a:lnTo>
                    <a:pt x="893445" y="41656"/>
                  </a:lnTo>
                  <a:lnTo>
                    <a:pt x="976503" y="41656"/>
                  </a:lnTo>
                  <a:lnTo>
                    <a:pt x="977265" y="41402"/>
                  </a:lnTo>
                  <a:lnTo>
                    <a:pt x="978027" y="40894"/>
                  </a:lnTo>
                  <a:lnTo>
                    <a:pt x="978789" y="40513"/>
                  </a:lnTo>
                  <a:lnTo>
                    <a:pt x="981456" y="33274"/>
                  </a:lnTo>
                  <a:lnTo>
                    <a:pt x="981456" y="25019"/>
                  </a:lnTo>
                  <a:close/>
                </a:path>
                <a:path w="1628775" h="244475">
                  <a:moveTo>
                    <a:pt x="1152017" y="156083"/>
                  </a:moveTo>
                  <a:lnTo>
                    <a:pt x="1151902" y="143002"/>
                  </a:lnTo>
                  <a:lnTo>
                    <a:pt x="1151801" y="139865"/>
                  </a:lnTo>
                  <a:lnTo>
                    <a:pt x="1151775" y="138811"/>
                  </a:lnTo>
                  <a:lnTo>
                    <a:pt x="1151128" y="132372"/>
                  </a:lnTo>
                  <a:lnTo>
                    <a:pt x="1151039" y="131533"/>
                  </a:lnTo>
                  <a:lnTo>
                    <a:pt x="1149858" y="124714"/>
                  </a:lnTo>
                  <a:lnTo>
                    <a:pt x="1149819" y="124472"/>
                  </a:lnTo>
                  <a:lnTo>
                    <a:pt x="1136357" y="94869"/>
                  </a:lnTo>
                  <a:lnTo>
                    <a:pt x="1135888" y="94234"/>
                  </a:lnTo>
                  <a:lnTo>
                    <a:pt x="1131430" y="89522"/>
                  </a:lnTo>
                  <a:lnTo>
                    <a:pt x="1126413" y="85305"/>
                  </a:lnTo>
                  <a:lnTo>
                    <a:pt x="1123315" y="83235"/>
                  </a:lnTo>
                  <a:lnTo>
                    <a:pt x="1123315" y="143002"/>
                  </a:lnTo>
                  <a:lnTo>
                    <a:pt x="1038098" y="143002"/>
                  </a:lnTo>
                  <a:lnTo>
                    <a:pt x="1038212" y="139865"/>
                  </a:lnTo>
                  <a:lnTo>
                    <a:pt x="1038263" y="138811"/>
                  </a:lnTo>
                  <a:lnTo>
                    <a:pt x="1038352" y="136652"/>
                  </a:lnTo>
                  <a:lnTo>
                    <a:pt x="1057821" y="101549"/>
                  </a:lnTo>
                  <a:lnTo>
                    <a:pt x="1074801" y="94869"/>
                  </a:lnTo>
                  <a:lnTo>
                    <a:pt x="1081913" y="94869"/>
                  </a:lnTo>
                  <a:lnTo>
                    <a:pt x="1117828" y="114706"/>
                  </a:lnTo>
                  <a:lnTo>
                    <a:pt x="1123315" y="143002"/>
                  </a:lnTo>
                  <a:lnTo>
                    <a:pt x="1123315" y="83235"/>
                  </a:lnTo>
                  <a:lnTo>
                    <a:pt x="1083424" y="72517"/>
                  </a:lnTo>
                  <a:lnTo>
                    <a:pt x="1074991" y="72885"/>
                  </a:lnTo>
                  <a:lnTo>
                    <a:pt x="1033818" y="90347"/>
                  </a:lnTo>
                  <a:lnTo>
                    <a:pt x="1013675" y="122923"/>
                  </a:lnTo>
                  <a:lnTo>
                    <a:pt x="1008595" y="156083"/>
                  </a:lnTo>
                  <a:lnTo>
                    <a:pt x="1008646" y="163957"/>
                  </a:lnTo>
                  <a:lnTo>
                    <a:pt x="1016317" y="203746"/>
                  </a:lnTo>
                  <a:lnTo>
                    <a:pt x="1023670" y="216789"/>
                  </a:lnTo>
                  <a:lnTo>
                    <a:pt x="1023797" y="216992"/>
                  </a:lnTo>
                  <a:lnTo>
                    <a:pt x="1060348" y="240969"/>
                  </a:lnTo>
                  <a:lnTo>
                    <a:pt x="1086472" y="243967"/>
                  </a:lnTo>
                  <a:lnTo>
                    <a:pt x="1093851" y="243967"/>
                  </a:lnTo>
                  <a:lnTo>
                    <a:pt x="1133602" y="235712"/>
                  </a:lnTo>
                  <a:lnTo>
                    <a:pt x="1144778" y="226822"/>
                  </a:lnTo>
                  <a:lnTo>
                    <a:pt x="1145032" y="226060"/>
                  </a:lnTo>
                  <a:lnTo>
                    <a:pt x="1145413" y="222885"/>
                  </a:lnTo>
                  <a:lnTo>
                    <a:pt x="1145413" y="220726"/>
                  </a:lnTo>
                  <a:lnTo>
                    <a:pt x="1145413" y="216281"/>
                  </a:lnTo>
                  <a:lnTo>
                    <a:pt x="1145159" y="214757"/>
                  </a:lnTo>
                  <a:lnTo>
                    <a:pt x="1145032" y="213360"/>
                  </a:lnTo>
                  <a:lnTo>
                    <a:pt x="1144778" y="212217"/>
                  </a:lnTo>
                  <a:lnTo>
                    <a:pt x="1141603" y="208915"/>
                  </a:lnTo>
                  <a:lnTo>
                    <a:pt x="1139317" y="208915"/>
                  </a:lnTo>
                  <a:lnTo>
                    <a:pt x="1137272" y="209550"/>
                  </a:lnTo>
                  <a:lnTo>
                    <a:pt x="1134618" y="210693"/>
                  </a:lnTo>
                  <a:lnTo>
                    <a:pt x="1131811" y="211963"/>
                  </a:lnTo>
                  <a:lnTo>
                    <a:pt x="1128395" y="213360"/>
                  </a:lnTo>
                  <a:lnTo>
                    <a:pt x="1124077" y="214757"/>
                  </a:lnTo>
                  <a:lnTo>
                    <a:pt x="1119873" y="216281"/>
                  </a:lnTo>
                  <a:lnTo>
                    <a:pt x="1114806" y="217678"/>
                  </a:lnTo>
                  <a:lnTo>
                    <a:pt x="1109091" y="218948"/>
                  </a:lnTo>
                  <a:lnTo>
                    <a:pt x="1103236" y="220091"/>
                  </a:lnTo>
                  <a:lnTo>
                    <a:pt x="1096645" y="220726"/>
                  </a:lnTo>
                  <a:lnTo>
                    <a:pt x="1079754" y="220726"/>
                  </a:lnTo>
                  <a:lnTo>
                    <a:pt x="1049401" y="205232"/>
                  </a:lnTo>
                  <a:lnTo>
                    <a:pt x="1045337" y="200279"/>
                  </a:lnTo>
                  <a:lnTo>
                    <a:pt x="1042416" y="194310"/>
                  </a:lnTo>
                  <a:lnTo>
                    <a:pt x="1040841" y="187782"/>
                  </a:lnTo>
                  <a:lnTo>
                    <a:pt x="1038987" y="180467"/>
                  </a:lnTo>
                  <a:lnTo>
                    <a:pt x="1038098" y="172720"/>
                  </a:lnTo>
                  <a:lnTo>
                    <a:pt x="1038098" y="163957"/>
                  </a:lnTo>
                  <a:lnTo>
                    <a:pt x="1143749" y="163957"/>
                  </a:lnTo>
                  <a:lnTo>
                    <a:pt x="1146429" y="163068"/>
                  </a:lnTo>
                  <a:lnTo>
                    <a:pt x="1148588" y="161163"/>
                  </a:lnTo>
                  <a:lnTo>
                    <a:pt x="1150874" y="159258"/>
                  </a:lnTo>
                  <a:lnTo>
                    <a:pt x="1152017" y="156083"/>
                  </a:lnTo>
                  <a:close/>
                </a:path>
                <a:path w="1628775" h="244475">
                  <a:moveTo>
                    <a:pt x="1328801" y="156083"/>
                  </a:moveTo>
                  <a:lnTo>
                    <a:pt x="1328686" y="143002"/>
                  </a:lnTo>
                  <a:lnTo>
                    <a:pt x="1328585" y="139865"/>
                  </a:lnTo>
                  <a:lnTo>
                    <a:pt x="1328559" y="138811"/>
                  </a:lnTo>
                  <a:lnTo>
                    <a:pt x="1327912" y="132372"/>
                  </a:lnTo>
                  <a:lnTo>
                    <a:pt x="1327823" y="131533"/>
                  </a:lnTo>
                  <a:lnTo>
                    <a:pt x="1326642" y="124714"/>
                  </a:lnTo>
                  <a:lnTo>
                    <a:pt x="1326603" y="124472"/>
                  </a:lnTo>
                  <a:lnTo>
                    <a:pt x="1313141" y="94869"/>
                  </a:lnTo>
                  <a:lnTo>
                    <a:pt x="1312672" y="94234"/>
                  </a:lnTo>
                  <a:lnTo>
                    <a:pt x="1308214" y="89522"/>
                  </a:lnTo>
                  <a:lnTo>
                    <a:pt x="1303210" y="85305"/>
                  </a:lnTo>
                  <a:lnTo>
                    <a:pt x="1300099" y="83235"/>
                  </a:lnTo>
                  <a:lnTo>
                    <a:pt x="1300099" y="143002"/>
                  </a:lnTo>
                  <a:lnTo>
                    <a:pt x="1214882" y="143002"/>
                  </a:lnTo>
                  <a:lnTo>
                    <a:pt x="1214996" y="139865"/>
                  </a:lnTo>
                  <a:lnTo>
                    <a:pt x="1215047" y="138811"/>
                  </a:lnTo>
                  <a:lnTo>
                    <a:pt x="1215136" y="136652"/>
                  </a:lnTo>
                  <a:lnTo>
                    <a:pt x="1234605" y="101549"/>
                  </a:lnTo>
                  <a:lnTo>
                    <a:pt x="1251585" y="94869"/>
                  </a:lnTo>
                  <a:lnTo>
                    <a:pt x="1258697" y="94869"/>
                  </a:lnTo>
                  <a:lnTo>
                    <a:pt x="1294612" y="114706"/>
                  </a:lnTo>
                  <a:lnTo>
                    <a:pt x="1300099" y="143002"/>
                  </a:lnTo>
                  <a:lnTo>
                    <a:pt x="1300099" y="83235"/>
                  </a:lnTo>
                  <a:lnTo>
                    <a:pt x="1260221" y="72517"/>
                  </a:lnTo>
                  <a:lnTo>
                    <a:pt x="1251775" y="72885"/>
                  </a:lnTo>
                  <a:lnTo>
                    <a:pt x="1210602" y="90347"/>
                  </a:lnTo>
                  <a:lnTo>
                    <a:pt x="1190459" y="122923"/>
                  </a:lnTo>
                  <a:lnTo>
                    <a:pt x="1185379" y="156083"/>
                  </a:lnTo>
                  <a:lnTo>
                    <a:pt x="1185430" y="163957"/>
                  </a:lnTo>
                  <a:lnTo>
                    <a:pt x="1193101" y="203746"/>
                  </a:lnTo>
                  <a:lnTo>
                    <a:pt x="1200454" y="216789"/>
                  </a:lnTo>
                  <a:lnTo>
                    <a:pt x="1200581" y="216992"/>
                  </a:lnTo>
                  <a:lnTo>
                    <a:pt x="1237132" y="240969"/>
                  </a:lnTo>
                  <a:lnTo>
                    <a:pt x="1263269" y="243967"/>
                  </a:lnTo>
                  <a:lnTo>
                    <a:pt x="1270635" y="243967"/>
                  </a:lnTo>
                  <a:lnTo>
                    <a:pt x="1310386" y="235712"/>
                  </a:lnTo>
                  <a:lnTo>
                    <a:pt x="1321562" y="226822"/>
                  </a:lnTo>
                  <a:lnTo>
                    <a:pt x="1321816" y="226060"/>
                  </a:lnTo>
                  <a:lnTo>
                    <a:pt x="1321816" y="220726"/>
                  </a:lnTo>
                  <a:lnTo>
                    <a:pt x="1321816" y="213360"/>
                  </a:lnTo>
                  <a:lnTo>
                    <a:pt x="1321562" y="212217"/>
                  </a:lnTo>
                  <a:lnTo>
                    <a:pt x="1318387" y="208915"/>
                  </a:lnTo>
                  <a:lnTo>
                    <a:pt x="1316101" y="208915"/>
                  </a:lnTo>
                  <a:lnTo>
                    <a:pt x="1314069" y="209550"/>
                  </a:lnTo>
                  <a:lnTo>
                    <a:pt x="1311402" y="210693"/>
                  </a:lnTo>
                  <a:lnTo>
                    <a:pt x="1308608" y="211963"/>
                  </a:lnTo>
                  <a:lnTo>
                    <a:pt x="1305179" y="213360"/>
                  </a:lnTo>
                  <a:lnTo>
                    <a:pt x="1300861" y="214757"/>
                  </a:lnTo>
                  <a:lnTo>
                    <a:pt x="1296670" y="216281"/>
                  </a:lnTo>
                  <a:lnTo>
                    <a:pt x="1291590" y="217678"/>
                  </a:lnTo>
                  <a:lnTo>
                    <a:pt x="1285875" y="218948"/>
                  </a:lnTo>
                  <a:lnTo>
                    <a:pt x="1280033" y="220091"/>
                  </a:lnTo>
                  <a:lnTo>
                    <a:pt x="1273429" y="220726"/>
                  </a:lnTo>
                  <a:lnTo>
                    <a:pt x="1256538" y="220726"/>
                  </a:lnTo>
                  <a:lnTo>
                    <a:pt x="1226185" y="205232"/>
                  </a:lnTo>
                  <a:lnTo>
                    <a:pt x="1222121" y="200279"/>
                  </a:lnTo>
                  <a:lnTo>
                    <a:pt x="1219200" y="194310"/>
                  </a:lnTo>
                  <a:lnTo>
                    <a:pt x="1217625" y="187782"/>
                  </a:lnTo>
                  <a:lnTo>
                    <a:pt x="1215771" y="180467"/>
                  </a:lnTo>
                  <a:lnTo>
                    <a:pt x="1214882" y="172720"/>
                  </a:lnTo>
                  <a:lnTo>
                    <a:pt x="1214882" y="163957"/>
                  </a:lnTo>
                  <a:lnTo>
                    <a:pt x="1320546" y="163957"/>
                  </a:lnTo>
                  <a:lnTo>
                    <a:pt x="1323213" y="163068"/>
                  </a:lnTo>
                  <a:lnTo>
                    <a:pt x="1325372" y="161163"/>
                  </a:lnTo>
                  <a:lnTo>
                    <a:pt x="1327658" y="159258"/>
                  </a:lnTo>
                  <a:lnTo>
                    <a:pt x="1328801" y="156083"/>
                  </a:lnTo>
                  <a:close/>
                </a:path>
                <a:path w="1628775" h="244475">
                  <a:moveTo>
                    <a:pt x="1506093" y="4572"/>
                  </a:moveTo>
                  <a:lnTo>
                    <a:pt x="1496822" y="0"/>
                  </a:lnTo>
                  <a:lnTo>
                    <a:pt x="1486535" y="0"/>
                  </a:lnTo>
                  <a:lnTo>
                    <a:pt x="1477391" y="96012"/>
                  </a:lnTo>
                  <a:lnTo>
                    <a:pt x="1477391" y="126619"/>
                  </a:lnTo>
                  <a:lnTo>
                    <a:pt x="1477391" y="188976"/>
                  </a:lnTo>
                  <a:lnTo>
                    <a:pt x="1449197" y="215138"/>
                  </a:lnTo>
                  <a:lnTo>
                    <a:pt x="1434846" y="219456"/>
                  </a:lnTo>
                  <a:lnTo>
                    <a:pt x="1423543" y="219456"/>
                  </a:lnTo>
                  <a:lnTo>
                    <a:pt x="1395222" y="187706"/>
                  </a:lnTo>
                  <a:lnTo>
                    <a:pt x="1394079" y="180086"/>
                  </a:lnTo>
                  <a:lnTo>
                    <a:pt x="1392809" y="172593"/>
                  </a:lnTo>
                  <a:lnTo>
                    <a:pt x="1392174" y="164973"/>
                  </a:lnTo>
                  <a:lnTo>
                    <a:pt x="1392174" y="149733"/>
                  </a:lnTo>
                  <a:lnTo>
                    <a:pt x="1404493" y="110363"/>
                  </a:lnTo>
                  <a:lnTo>
                    <a:pt x="1424940" y="97028"/>
                  </a:lnTo>
                  <a:lnTo>
                    <a:pt x="1440180" y="97028"/>
                  </a:lnTo>
                  <a:lnTo>
                    <a:pt x="1471625" y="119811"/>
                  </a:lnTo>
                  <a:lnTo>
                    <a:pt x="1477391" y="126619"/>
                  </a:lnTo>
                  <a:lnTo>
                    <a:pt x="1477391" y="96012"/>
                  </a:lnTo>
                  <a:lnTo>
                    <a:pt x="1443126" y="74041"/>
                  </a:lnTo>
                  <a:lnTo>
                    <a:pt x="1443291" y="74041"/>
                  </a:lnTo>
                  <a:lnTo>
                    <a:pt x="1436649" y="72910"/>
                  </a:lnTo>
                  <a:lnTo>
                    <a:pt x="1436890" y="72910"/>
                  </a:lnTo>
                  <a:lnTo>
                    <a:pt x="1429893" y="72517"/>
                  </a:lnTo>
                  <a:lnTo>
                    <a:pt x="1389265" y="86106"/>
                  </a:lnTo>
                  <a:lnTo>
                    <a:pt x="1366901" y="123825"/>
                  </a:lnTo>
                  <a:lnTo>
                    <a:pt x="1362900" y="149733"/>
                  </a:lnTo>
                  <a:lnTo>
                    <a:pt x="1362837" y="150393"/>
                  </a:lnTo>
                  <a:lnTo>
                    <a:pt x="1362583" y="160147"/>
                  </a:lnTo>
                  <a:lnTo>
                    <a:pt x="1362697" y="164973"/>
                  </a:lnTo>
                  <a:lnTo>
                    <a:pt x="1362786" y="168605"/>
                  </a:lnTo>
                  <a:lnTo>
                    <a:pt x="1370482" y="206921"/>
                  </a:lnTo>
                  <a:lnTo>
                    <a:pt x="1396746" y="237236"/>
                  </a:lnTo>
                  <a:lnTo>
                    <a:pt x="1426083" y="243967"/>
                  </a:lnTo>
                  <a:lnTo>
                    <a:pt x="1432991" y="243547"/>
                  </a:lnTo>
                  <a:lnTo>
                    <a:pt x="1433512" y="243547"/>
                  </a:lnTo>
                  <a:lnTo>
                    <a:pt x="1468094" y="227545"/>
                  </a:lnTo>
                  <a:lnTo>
                    <a:pt x="1476921" y="219456"/>
                  </a:lnTo>
                  <a:lnTo>
                    <a:pt x="1480693" y="215646"/>
                  </a:lnTo>
                  <a:lnTo>
                    <a:pt x="1486319" y="241300"/>
                  </a:lnTo>
                  <a:lnTo>
                    <a:pt x="1487551" y="241300"/>
                  </a:lnTo>
                  <a:lnTo>
                    <a:pt x="1489202" y="241554"/>
                  </a:lnTo>
                  <a:lnTo>
                    <a:pt x="1497965" y="241554"/>
                  </a:lnTo>
                  <a:lnTo>
                    <a:pt x="1499489" y="241300"/>
                  </a:lnTo>
                  <a:lnTo>
                    <a:pt x="1500708" y="241300"/>
                  </a:lnTo>
                  <a:lnTo>
                    <a:pt x="1502410" y="240792"/>
                  </a:lnTo>
                  <a:lnTo>
                    <a:pt x="1504442" y="240030"/>
                  </a:lnTo>
                  <a:lnTo>
                    <a:pt x="1505077" y="239395"/>
                  </a:lnTo>
                  <a:lnTo>
                    <a:pt x="1505458" y="238760"/>
                  </a:lnTo>
                  <a:lnTo>
                    <a:pt x="1505966" y="237998"/>
                  </a:lnTo>
                  <a:lnTo>
                    <a:pt x="1506093" y="215646"/>
                  </a:lnTo>
                  <a:lnTo>
                    <a:pt x="1506093" y="97028"/>
                  </a:lnTo>
                  <a:lnTo>
                    <a:pt x="1506093" y="96012"/>
                  </a:lnTo>
                  <a:lnTo>
                    <a:pt x="1506093" y="4572"/>
                  </a:lnTo>
                  <a:close/>
                </a:path>
                <a:path w="1628775" h="244475">
                  <a:moveTo>
                    <a:pt x="1628648" y="150876"/>
                  </a:moveTo>
                  <a:lnTo>
                    <a:pt x="1623441" y="141351"/>
                  </a:lnTo>
                  <a:lnTo>
                    <a:pt x="1548003" y="141351"/>
                  </a:lnTo>
                  <a:lnTo>
                    <a:pt x="1546352" y="142113"/>
                  </a:lnTo>
                  <a:lnTo>
                    <a:pt x="1544320" y="145669"/>
                  </a:lnTo>
                  <a:lnTo>
                    <a:pt x="1543812" y="148717"/>
                  </a:lnTo>
                  <a:lnTo>
                    <a:pt x="1543812" y="157480"/>
                  </a:lnTo>
                  <a:lnTo>
                    <a:pt x="1544320" y="160528"/>
                  </a:lnTo>
                  <a:lnTo>
                    <a:pt x="1546352" y="164211"/>
                  </a:lnTo>
                  <a:lnTo>
                    <a:pt x="1548003" y="165100"/>
                  </a:lnTo>
                  <a:lnTo>
                    <a:pt x="1624457" y="165100"/>
                  </a:lnTo>
                  <a:lnTo>
                    <a:pt x="1625981" y="164211"/>
                  </a:lnTo>
                  <a:lnTo>
                    <a:pt x="1628013" y="160782"/>
                  </a:lnTo>
                  <a:lnTo>
                    <a:pt x="1628648" y="157607"/>
                  </a:lnTo>
                  <a:lnTo>
                    <a:pt x="1628648" y="153035"/>
                  </a:lnTo>
                  <a:lnTo>
                    <a:pt x="1628648" y="150876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0767" y="2465704"/>
              <a:ext cx="1140714" cy="24396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0927" y="2464942"/>
            <a:ext cx="1338199" cy="24472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57339" y="287642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508" y="2891663"/>
            <a:ext cx="1720773" cy="304673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881248" y="2892425"/>
            <a:ext cx="501015" cy="244475"/>
          </a:xfrm>
          <a:custGeom>
            <a:avLst/>
            <a:gdLst/>
            <a:ahLst/>
            <a:cxnLst/>
            <a:rect l="l" t="t" r="r" b="b"/>
            <a:pathLst>
              <a:path w="501014" h="244475">
                <a:moveTo>
                  <a:pt x="121126" y="95758"/>
                </a:moveTo>
                <a:lnTo>
                  <a:pt x="70612" y="95758"/>
                </a:lnTo>
                <a:lnTo>
                  <a:pt x="76200" y="96520"/>
                </a:lnTo>
                <a:lnTo>
                  <a:pt x="85217" y="99567"/>
                </a:lnTo>
                <a:lnTo>
                  <a:pt x="88900" y="101853"/>
                </a:lnTo>
                <a:lnTo>
                  <a:pt x="91693" y="105028"/>
                </a:lnTo>
                <a:lnTo>
                  <a:pt x="94487" y="108076"/>
                </a:lnTo>
                <a:lnTo>
                  <a:pt x="96519" y="111887"/>
                </a:lnTo>
                <a:lnTo>
                  <a:pt x="97789" y="116459"/>
                </a:lnTo>
                <a:lnTo>
                  <a:pt x="99059" y="121158"/>
                </a:lnTo>
                <a:lnTo>
                  <a:pt x="99694" y="126491"/>
                </a:lnTo>
                <a:lnTo>
                  <a:pt x="99694" y="144652"/>
                </a:lnTo>
                <a:lnTo>
                  <a:pt x="78231" y="144652"/>
                </a:lnTo>
                <a:lnTo>
                  <a:pt x="69397" y="144845"/>
                </a:lnTo>
                <a:lnTo>
                  <a:pt x="26160" y="154453"/>
                </a:lnTo>
                <a:lnTo>
                  <a:pt x="5461" y="173609"/>
                </a:lnTo>
                <a:lnTo>
                  <a:pt x="1777" y="180086"/>
                </a:lnTo>
                <a:lnTo>
                  <a:pt x="0" y="187705"/>
                </a:lnTo>
                <a:lnTo>
                  <a:pt x="0" y="203962"/>
                </a:lnTo>
                <a:lnTo>
                  <a:pt x="25273" y="238633"/>
                </a:lnTo>
                <a:lnTo>
                  <a:pt x="45974" y="243966"/>
                </a:lnTo>
                <a:lnTo>
                  <a:pt x="54101" y="243966"/>
                </a:lnTo>
                <a:lnTo>
                  <a:pt x="92757" y="230600"/>
                </a:lnTo>
                <a:lnTo>
                  <a:pt x="102740" y="221614"/>
                </a:lnTo>
                <a:lnTo>
                  <a:pt x="49402" y="221614"/>
                </a:lnTo>
                <a:lnTo>
                  <a:pt x="42163" y="219201"/>
                </a:lnTo>
                <a:lnTo>
                  <a:pt x="37083" y="214375"/>
                </a:lnTo>
                <a:lnTo>
                  <a:pt x="31876" y="209550"/>
                </a:lnTo>
                <a:lnTo>
                  <a:pt x="29337" y="203200"/>
                </a:lnTo>
                <a:lnTo>
                  <a:pt x="29337" y="190373"/>
                </a:lnTo>
                <a:lnTo>
                  <a:pt x="30225" y="186182"/>
                </a:lnTo>
                <a:lnTo>
                  <a:pt x="54863" y="167259"/>
                </a:lnTo>
                <a:lnTo>
                  <a:pt x="60578" y="165862"/>
                </a:lnTo>
                <a:lnTo>
                  <a:pt x="67437" y="165226"/>
                </a:lnTo>
                <a:lnTo>
                  <a:pt x="128143" y="165226"/>
                </a:lnTo>
                <a:lnTo>
                  <a:pt x="128143" y="131190"/>
                </a:lnTo>
                <a:lnTo>
                  <a:pt x="128012" y="126491"/>
                </a:lnTo>
                <a:lnTo>
                  <a:pt x="127948" y="124168"/>
                </a:lnTo>
                <a:lnTo>
                  <a:pt x="127349" y="117586"/>
                </a:lnTo>
                <a:lnTo>
                  <a:pt x="126393" y="111887"/>
                </a:lnTo>
                <a:lnTo>
                  <a:pt x="126321" y="111456"/>
                </a:lnTo>
                <a:lnTo>
                  <a:pt x="124840" y="105790"/>
                </a:lnTo>
                <a:lnTo>
                  <a:pt x="122681" y="98425"/>
                </a:lnTo>
                <a:lnTo>
                  <a:pt x="121126" y="95758"/>
                </a:lnTo>
                <a:close/>
              </a:path>
              <a:path w="501014" h="244475">
                <a:moveTo>
                  <a:pt x="128143" y="220852"/>
                </a:moveTo>
                <a:lnTo>
                  <a:pt x="103505" y="220852"/>
                </a:lnTo>
                <a:lnTo>
                  <a:pt x="103505" y="237871"/>
                </a:lnTo>
                <a:lnTo>
                  <a:pt x="103886" y="238633"/>
                </a:lnTo>
                <a:lnTo>
                  <a:pt x="104012" y="238887"/>
                </a:lnTo>
                <a:lnTo>
                  <a:pt x="104775" y="239649"/>
                </a:lnTo>
                <a:lnTo>
                  <a:pt x="105537" y="240284"/>
                </a:lnTo>
                <a:lnTo>
                  <a:pt x="106933" y="240791"/>
                </a:lnTo>
                <a:lnTo>
                  <a:pt x="110489" y="241553"/>
                </a:lnTo>
                <a:lnTo>
                  <a:pt x="121412" y="241553"/>
                </a:lnTo>
                <a:lnTo>
                  <a:pt x="122936" y="241173"/>
                </a:lnTo>
                <a:lnTo>
                  <a:pt x="124587" y="240791"/>
                </a:lnTo>
                <a:lnTo>
                  <a:pt x="125856" y="240284"/>
                </a:lnTo>
                <a:lnTo>
                  <a:pt x="126745" y="239649"/>
                </a:lnTo>
                <a:lnTo>
                  <a:pt x="127762" y="238887"/>
                </a:lnTo>
                <a:lnTo>
                  <a:pt x="128143" y="237871"/>
                </a:lnTo>
                <a:lnTo>
                  <a:pt x="128143" y="220852"/>
                </a:lnTo>
                <a:close/>
              </a:path>
              <a:path w="501014" h="244475">
                <a:moveTo>
                  <a:pt x="128143" y="165226"/>
                </a:moveTo>
                <a:lnTo>
                  <a:pt x="99694" y="165226"/>
                </a:lnTo>
                <a:lnTo>
                  <a:pt x="99694" y="198374"/>
                </a:lnTo>
                <a:lnTo>
                  <a:pt x="94435" y="203962"/>
                </a:lnTo>
                <a:lnTo>
                  <a:pt x="66167" y="221614"/>
                </a:lnTo>
                <a:lnTo>
                  <a:pt x="102740" y="221614"/>
                </a:lnTo>
                <a:lnTo>
                  <a:pt x="103505" y="220852"/>
                </a:lnTo>
                <a:lnTo>
                  <a:pt x="128143" y="220852"/>
                </a:lnTo>
                <a:lnTo>
                  <a:pt x="128143" y="165226"/>
                </a:lnTo>
                <a:close/>
              </a:path>
              <a:path w="501014" h="244475">
                <a:moveTo>
                  <a:pt x="66675" y="72516"/>
                </a:moveTo>
                <a:lnTo>
                  <a:pt x="60578" y="72516"/>
                </a:lnTo>
                <a:lnTo>
                  <a:pt x="54609" y="73025"/>
                </a:lnTo>
                <a:lnTo>
                  <a:pt x="48768" y="74167"/>
                </a:lnTo>
                <a:lnTo>
                  <a:pt x="42925" y="75184"/>
                </a:lnTo>
                <a:lnTo>
                  <a:pt x="8606" y="92328"/>
                </a:lnTo>
                <a:lnTo>
                  <a:pt x="7746" y="104012"/>
                </a:lnTo>
                <a:lnTo>
                  <a:pt x="8255" y="106934"/>
                </a:lnTo>
                <a:lnTo>
                  <a:pt x="8509" y="107696"/>
                </a:lnTo>
                <a:lnTo>
                  <a:pt x="8636" y="108076"/>
                </a:lnTo>
                <a:lnTo>
                  <a:pt x="12445" y="111887"/>
                </a:lnTo>
                <a:lnTo>
                  <a:pt x="14731" y="111887"/>
                </a:lnTo>
                <a:lnTo>
                  <a:pt x="16582" y="111125"/>
                </a:lnTo>
                <a:lnTo>
                  <a:pt x="17535" y="110616"/>
                </a:lnTo>
                <a:lnTo>
                  <a:pt x="19684" y="109347"/>
                </a:lnTo>
                <a:lnTo>
                  <a:pt x="26034" y="105790"/>
                </a:lnTo>
                <a:lnTo>
                  <a:pt x="30352" y="103759"/>
                </a:lnTo>
                <a:lnTo>
                  <a:pt x="34282" y="101853"/>
                </a:lnTo>
                <a:lnTo>
                  <a:pt x="39496" y="99949"/>
                </a:lnTo>
                <a:lnTo>
                  <a:pt x="45084" y="98171"/>
                </a:lnTo>
                <a:lnTo>
                  <a:pt x="50673" y="96520"/>
                </a:lnTo>
                <a:lnTo>
                  <a:pt x="57023" y="95758"/>
                </a:lnTo>
                <a:lnTo>
                  <a:pt x="121126" y="95758"/>
                </a:lnTo>
                <a:lnTo>
                  <a:pt x="119125" y="92328"/>
                </a:lnTo>
                <a:lnTo>
                  <a:pt x="114426" y="87629"/>
                </a:lnTo>
                <a:lnTo>
                  <a:pt x="109474" y="82550"/>
                </a:lnTo>
                <a:lnTo>
                  <a:pt x="103124" y="78866"/>
                </a:lnTo>
                <a:lnTo>
                  <a:pt x="95250" y="76326"/>
                </a:lnTo>
                <a:lnTo>
                  <a:pt x="89034" y="74660"/>
                </a:lnTo>
                <a:lnTo>
                  <a:pt x="82200" y="73469"/>
                </a:lnTo>
                <a:lnTo>
                  <a:pt x="74747" y="72755"/>
                </a:lnTo>
                <a:lnTo>
                  <a:pt x="66675" y="72516"/>
                </a:lnTo>
                <a:close/>
              </a:path>
              <a:path w="501014" h="244475">
                <a:moveTo>
                  <a:pt x="202692" y="241300"/>
                </a:moveTo>
                <a:lnTo>
                  <a:pt x="188594" y="241300"/>
                </a:lnTo>
                <a:lnTo>
                  <a:pt x="190500" y="241553"/>
                </a:lnTo>
                <a:lnTo>
                  <a:pt x="200787" y="241553"/>
                </a:lnTo>
                <a:lnTo>
                  <a:pt x="202692" y="241300"/>
                </a:lnTo>
                <a:close/>
              </a:path>
              <a:path w="501014" h="244475">
                <a:moveTo>
                  <a:pt x="308356" y="241300"/>
                </a:moveTo>
                <a:lnTo>
                  <a:pt x="294386" y="241300"/>
                </a:lnTo>
                <a:lnTo>
                  <a:pt x="296163" y="241553"/>
                </a:lnTo>
                <a:lnTo>
                  <a:pt x="306577" y="241553"/>
                </a:lnTo>
                <a:lnTo>
                  <a:pt x="308356" y="241300"/>
                </a:lnTo>
                <a:close/>
              </a:path>
              <a:path w="501014" h="244475">
                <a:moveTo>
                  <a:pt x="202311" y="75311"/>
                </a:moveTo>
                <a:lnTo>
                  <a:pt x="186308" y="75311"/>
                </a:lnTo>
                <a:lnTo>
                  <a:pt x="184912" y="75691"/>
                </a:lnTo>
                <a:lnTo>
                  <a:pt x="182880" y="76708"/>
                </a:lnTo>
                <a:lnTo>
                  <a:pt x="182118" y="77342"/>
                </a:lnTo>
                <a:lnTo>
                  <a:pt x="181965" y="77724"/>
                </a:lnTo>
                <a:lnTo>
                  <a:pt x="181863" y="77977"/>
                </a:lnTo>
                <a:lnTo>
                  <a:pt x="181482" y="78612"/>
                </a:lnTo>
                <a:lnTo>
                  <a:pt x="181482" y="237998"/>
                </a:lnTo>
                <a:lnTo>
                  <a:pt x="181863" y="238633"/>
                </a:lnTo>
                <a:lnTo>
                  <a:pt x="182371" y="239267"/>
                </a:lnTo>
                <a:lnTo>
                  <a:pt x="183133" y="239902"/>
                </a:lnTo>
                <a:lnTo>
                  <a:pt x="184150" y="240284"/>
                </a:lnTo>
                <a:lnTo>
                  <a:pt x="185293" y="240791"/>
                </a:lnTo>
                <a:lnTo>
                  <a:pt x="187155" y="241300"/>
                </a:lnTo>
                <a:lnTo>
                  <a:pt x="203962" y="241300"/>
                </a:lnTo>
                <a:lnTo>
                  <a:pt x="205994" y="240791"/>
                </a:lnTo>
                <a:lnTo>
                  <a:pt x="207009" y="240284"/>
                </a:lnTo>
                <a:lnTo>
                  <a:pt x="208025" y="239902"/>
                </a:lnTo>
                <a:lnTo>
                  <a:pt x="208787" y="239267"/>
                </a:lnTo>
                <a:lnTo>
                  <a:pt x="209169" y="238633"/>
                </a:lnTo>
                <a:lnTo>
                  <a:pt x="209676" y="237998"/>
                </a:lnTo>
                <a:lnTo>
                  <a:pt x="209931" y="237236"/>
                </a:lnTo>
                <a:lnTo>
                  <a:pt x="209931" y="127253"/>
                </a:lnTo>
                <a:lnTo>
                  <a:pt x="215765" y="120350"/>
                </a:lnTo>
                <a:lnTo>
                  <a:pt x="221456" y="114315"/>
                </a:lnTo>
                <a:lnTo>
                  <a:pt x="227004" y="109162"/>
                </a:lnTo>
                <a:lnTo>
                  <a:pt x="232409" y="104901"/>
                </a:lnTo>
                <a:lnTo>
                  <a:pt x="238020" y="100964"/>
                </a:lnTo>
                <a:lnTo>
                  <a:pt x="207137" y="100964"/>
                </a:lnTo>
                <a:lnTo>
                  <a:pt x="207137" y="79375"/>
                </a:lnTo>
                <a:lnTo>
                  <a:pt x="206882" y="78612"/>
                </a:lnTo>
                <a:lnTo>
                  <a:pt x="206120" y="77342"/>
                </a:lnTo>
                <a:lnTo>
                  <a:pt x="205486" y="76708"/>
                </a:lnTo>
                <a:lnTo>
                  <a:pt x="204596" y="76200"/>
                </a:lnTo>
                <a:lnTo>
                  <a:pt x="203581" y="75691"/>
                </a:lnTo>
                <a:lnTo>
                  <a:pt x="202311" y="75311"/>
                </a:lnTo>
                <a:close/>
              </a:path>
              <a:path w="501014" h="244475">
                <a:moveTo>
                  <a:pt x="307345" y="97282"/>
                </a:moveTo>
                <a:lnTo>
                  <a:pt x="259461" y="97282"/>
                </a:lnTo>
                <a:lnTo>
                  <a:pt x="264413" y="98298"/>
                </a:lnTo>
                <a:lnTo>
                  <a:pt x="268605" y="100329"/>
                </a:lnTo>
                <a:lnTo>
                  <a:pt x="287019" y="136016"/>
                </a:lnTo>
                <a:lnTo>
                  <a:pt x="287019" y="237236"/>
                </a:lnTo>
                <a:lnTo>
                  <a:pt x="287274" y="237998"/>
                </a:lnTo>
                <a:lnTo>
                  <a:pt x="288289" y="239267"/>
                </a:lnTo>
                <a:lnTo>
                  <a:pt x="288925" y="239902"/>
                </a:lnTo>
                <a:lnTo>
                  <a:pt x="290068" y="240284"/>
                </a:lnTo>
                <a:lnTo>
                  <a:pt x="291083" y="240791"/>
                </a:lnTo>
                <a:lnTo>
                  <a:pt x="292946" y="241300"/>
                </a:lnTo>
                <a:lnTo>
                  <a:pt x="309795" y="241300"/>
                </a:lnTo>
                <a:lnTo>
                  <a:pt x="311657" y="240791"/>
                </a:lnTo>
                <a:lnTo>
                  <a:pt x="312674" y="240284"/>
                </a:lnTo>
                <a:lnTo>
                  <a:pt x="313817" y="239902"/>
                </a:lnTo>
                <a:lnTo>
                  <a:pt x="314578" y="239267"/>
                </a:lnTo>
                <a:lnTo>
                  <a:pt x="314959" y="238633"/>
                </a:lnTo>
                <a:lnTo>
                  <a:pt x="315468" y="237998"/>
                </a:lnTo>
                <a:lnTo>
                  <a:pt x="315721" y="237236"/>
                </a:lnTo>
                <a:lnTo>
                  <a:pt x="315602" y="136016"/>
                </a:lnTo>
                <a:lnTo>
                  <a:pt x="315533" y="133097"/>
                </a:lnTo>
                <a:lnTo>
                  <a:pt x="315218" y="128904"/>
                </a:lnTo>
                <a:lnTo>
                  <a:pt x="315094" y="127253"/>
                </a:lnTo>
                <a:lnTo>
                  <a:pt x="314975" y="125682"/>
                </a:lnTo>
                <a:lnTo>
                  <a:pt x="314061" y="118862"/>
                </a:lnTo>
                <a:lnTo>
                  <a:pt x="312800" y="112649"/>
                </a:lnTo>
                <a:lnTo>
                  <a:pt x="311077" y="105410"/>
                </a:lnTo>
                <a:lnTo>
                  <a:pt x="310956" y="104901"/>
                </a:lnTo>
                <a:lnTo>
                  <a:pt x="310895" y="104648"/>
                </a:lnTo>
                <a:lnTo>
                  <a:pt x="307720" y="97789"/>
                </a:lnTo>
                <a:lnTo>
                  <a:pt x="307345" y="97282"/>
                </a:lnTo>
                <a:close/>
              </a:path>
              <a:path w="501014" h="244475">
                <a:moveTo>
                  <a:pt x="259842" y="72516"/>
                </a:moveTo>
                <a:lnTo>
                  <a:pt x="220281" y="88169"/>
                </a:lnTo>
                <a:lnTo>
                  <a:pt x="207137" y="100964"/>
                </a:lnTo>
                <a:lnTo>
                  <a:pt x="238020" y="100964"/>
                </a:lnTo>
                <a:lnTo>
                  <a:pt x="239649" y="99822"/>
                </a:lnTo>
                <a:lnTo>
                  <a:pt x="246761" y="97282"/>
                </a:lnTo>
                <a:lnTo>
                  <a:pt x="307345" y="97282"/>
                </a:lnTo>
                <a:lnTo>
                  <a:pt x="298957" y="85978"/>
                </a:lnTo>
                <a:lnTo>
                  <a:pt x="268021" y="72945"/>
                </a:lnTo>
                <a:lnTo>
                  <a:pt x="269543" y="72945"/>
                </a:lnTo>
                <a:lnTo>
                  <a:pt x="259842" y="72516"/>
                </a:lnTo>
                <a:close/>
              </a:path>
              <a:path w="501014" h="244475">
                <a:moveTo>
                  <a:pt x="199008" y="74929"/>
                </a:moveTo>
                <a:lnTo>
                  <a:pt x="189483" y="74929"/>
                </a:lnTo>
                <a:lnTo>
                  <a:pt x="187198" y="75311"/>
                </a:lnTo>
                <a:lnTo>
                  <a:pt x="201485" y="75311"/>
                </a:lnTo>
                <a:lnTo>
                  <a:pt x="199008" y="74929"/>
                </a:lnTo>
                <a:close/>
              </a:path>
              <a:path w="501014" h="244475">
                <a:moveTo>
                  <a:pt x="424688" y="72516"/>
                </a:moveTo>
                <a:lnTo>
                  <a:pt x="384063" y="86106"/>
                </a:lnTo>
                <a:lnTo>
                  <a:pt x="361695" y="123825"/>
                </a:lnTo>
                <a:lnTo>
                  <a:pt x="357377" y="160147"/>
                </a:lnTo>
                <a:lnTo>
                  <a:pt x="357500" y="164973"/>
                </a:lnTo>
                <a:lnTo>
                  <a:pt x="357592" y="168600"/>
                </a:lnTo>
                <a:lnTo>
                  <a:pt x="365283" y="206914"/>
                </a:lnTo>
                <a:lnTo>
                  <a:pt x="391540" y="237236"/>
                </a:lnTo>
                <a:lnTo>
                  <a:pt x="420877" y="243966"/>
                </a:lnTo>
                <a:lnTo>
                  <a:pt x="427791" y="243540"/>
                </a:lnTo>
                <a:lnTo>
                  <a:pt x="428314" y="243540"/>
                </a:lnTo>
                <a:lnTo>
                  <a:pt x="462899" y="227536"/>
                </a:lnTo>
                <a:lnTo>
                  <a:pt x="471718" y="219455"/>
                </a:lnTo>
                <a:lnTo>
                  <a:pt x="418338" y="219455"/>
                </a:lnTo>
                <a:lnTo>
                  <a:pt x="412114" y="217677"/>
                </a:lnTo>
                <a:lnTo>
                  <a:pt x="388874" y="180086"/>
                </a:lnTo>
                <a:lnTo>
                  <a:pt x="387603" y="172592"/>
                </a:lnTo>
                <a:lnTo>
                  <a:pt x="386968" y="164973"/>
                </a:lnTo>
                <a:lnTo>
                  <a:pt x="386968" y="149733"/>
                </a:lnTo>
                <a:lnTo>
                  <a:pt x="399288" y="110362"/>
                </a:lnTo>
                <a:lnTo>
                  <a:pt x="419735" y="97027"/>
                </a:lnTo>
                <a:lnTo>
                  <a:pt x="500888" y="97027"/>
                </a:lnTo>
                <a:lnTo>
                  <a:pt x="500888" y="96012"/>
                </a:lnTo>
                <a:lnTo>
                  <a:pt x="472186" y="96012"/>
                </a:lnTo>
                <a:lnTo>
                  <a:pt x="466566" y="90558"/>
                </a:lnTo>
                <a:lnTo>
                  <a:pt x="460946" y="85820"/>
                </a:lnTo>
                <a:lnTo>
                  <a:pt x="455326" y="81795"/>
                </a:lnTo>
                <a:lnTo>
                  <a:pt x="449922" y="78612"/>
                </a:lnTo>
                <a:lnTo>
                  <a:pt x="444088" y="75946"/>
                </a:lnTo>
                <a:lnTo>
                  <a:pt x="437930" y="74040"/>
                </a:lnTo>
                <a:lnTo>
                  <a:pt x="438090" y="74040"/>
                </a:lnTo>
                <a:lnTo>
                  <a:pt x="431445" y="72897"/>
                </a:lnTo>
                <a:lnTo>
                  <a:pt x="431694" y="72897"/>
                </a:lnTo>
                <a:lnTo>
                  <a:pt x="424688" y="72516"/>
                </a:lnTo>
                <a:close/>
              </a:path>
              <a:path w="501014" h="244475">
                <a:moveTo>
                  <a:pt x="494284" y="241300"/>
                </a:moveTo>
                <a:lnTo>
                  <a:pt x="482346" y="241300"/>
                </a:lnTo>
                <a:lnTo>
                  <a:pt x="483997" y="241553"/>
                </a:lnTo>
                <a:lnTo>
                  <a:pt x="492760" y="241553"/>
                </a:lnTo>
                <a:lnTo>
                  <a:pt x="494284" y="241300"/>
                </a:lnTo>
                <a:close/>
              </a:path>
              <a:path w="501014" h="244475">
                <a:moveTo>
                  <a:pt x="500888" y="215646"/>
                </a:moveTo>
                <a:lnTo>
                  <a:pt x="475488" y="215646"/>
                </a:lnTo>
                <a:lnTo>
                  <a:pt x="475614" y="237998"/>
                </a:lnTo>
                <a:lnTo>
                  <a:pt x="481118" y="241300"/>
                </a:lnTo>
                <a:lnTo>
                  <a:pt x="495511" y="241300"/>
                </a:lnTo>
                <a:lnTo>
                  <a:pt x="497204" y="240791"/>
                </a:lnTo>
                <a:lnTo>
                  <a:pt x="499237" y="240029"/>
                </a:lnTo>
                <a:lnTo>
                  <a:pt x="499872" y="239395"/>
                </a:lnTo>
                <a:lnTo>
                  <a:pt x="500252" y="238760"/>
                </a:lnTo>
                <a:lnTo>
                  <a:pt x="500761" y="237998"/>
                </a:lnTo>
                <a:lnTo>
                  <a:pt x="500888" y="215646"/>
                </a:lnTo>
                <a:close/>
              </a:path>
              <a:path w="501014" h="244475">
                <a:moveTo>
                  <a:pt x="500888" y="97027"/>
                </a:moveTo>
                <a:lnTo>
                  <a:pt x="434975" y="97027"/>
                </a:lnTo>
                <a:lnTo>
                  <a:pt x="442467" y="99567"/>
                </a:lnTo>
                <a:lnTo>
                  <a:pt x="449706" y="104648"/>
                </a:lnTo>
                <a:lnTo>
                  <a:pt x="455229" y="108854"/>
                </a:lnTo>
                <a:lnTo>
                  <a:pt x="460755" y="113871"/>
                </a:lnTo>
                <a:lnTo>
                  <a:pt x="466423" y="119810"/>
                </a:lnTo>
                <a:lnTo>
                  <a:pt x="472186" y="126619"/>
                </a:lnTo>
                <a:lnTo>
                  <a:pt x="472186" y="188975"/>
                </a:lnTo>
                <a:lnTo>
                  <a:pt x="443991" y="215137"/>
                </a:lnTo>
                <a:lnTo>
                  <a:pt x="429640" y="219455"/>
                </a:lnTo>
                <a:lnTo>
                  <a:pt x="471718" y="219455"/>
                </a:lnTo>
                <a:lnTo>
                  <a:pt x="475488" y="215646"/>
                </a:lnTo>
                <a:lnTo>
                  <a:pt x="500888" y="215646"/>
                </a:lnTo>
                <a:lnTo>
                  <a:pt x="500888" y="97027"/>
                </a:lnTo>
                <a:close/>
              </a:path>
              <a:path w="501014" h="244475">
                <a:moveTo>
                  <a:pt x="491616" y="0"/>
                </a:moveTo>
                <a:lnTo>
                  <a:pt x="481329" y="0"/>
                </a:lnTo>
                <a:lnTo>
                  <a:pt x="477774" y="508"/>
                </a:lnTo>
                <a:lnTo>
                  <a:pt x="472186" y="96012"/>
                </a:lnTo>
                <a:lnTo>
                  <a:pt x="500888" y="96012"/>
                </a:lnTo>
                <a:lnTo>
                  <a:pt x="500888" y="4572"/>
                </a:lnTo>
                <a:lnTo>
                  <a:pt x="500634" y="3810"/>
                </a:lnTo>
                <a:lnTo>
                  <a:pt x="491616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02786" y="2890392"/>
            <a:ext cx="1162303" cy="24599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757339" y="330314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3508" y="3318255"/>
            <a:ext cx="2766618" cy="3048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27129" y="1081089"/>
            <a:ext cx="3136018" cy="4349753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55676" y="3785615"/>
            <a:ext cx="7443470" cy="1699260"/>
            <a:chOff x="455676" y="3785615"/>
            <a:chExt cx="7443470" cy="169926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4174" y="3949188"/>
              <a:ext cx="6904085" cy="136906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8630" y="3798569"/>
              <a:ext cx="7417434" cy="1673860"/>
            </a:xfrm>
            <a:custGeom>
              <a:avLst/>
              <a:gdLst/>
              <a:ahLst/>
              <a:cxnLst/>
              <a:rect l="l" t="t" r="r" b="b"/>
              <a:pathLst>
                <a:path w="7417434" h="1673860">
                  <a:moveTo>
                    <a:pt x="0" y="1673352"/>
                  </a:moveTo>
                  <a:lnTo>
                    <a:pt x="7417308" y="1673352"/>
                  </a:lnTo>
                  <a:lnTo>
                    <a:pt x="7417308" y="0"/>
                  </a:lnTo>
                  <a:lnTo>
                    <a:pt x="0" y="0"/>
                  </a:lnTo>
                  <a:lnTo>
                    <a:pt x="0" y="1673352"/>
                  </a:lnTo>
                  <a:close/>
                </a:path>
              </a:pathLst>
            </a:custGeom>
            <a:ln w="25908">
              <a:solidFill>
                <a:srgbClr val="718FA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6089" y="5702300"/>
            <a:ext cx="10104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computational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single-</a:t>
            </a:r>
            <a:r>
              <a:rPr sz="2000" dirty="0">
                <a:latin typeface="Calibri"/>
                <a:cs typeface="Calibri"/>
              </a:rPr>
              <a:t>head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attention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dimensionality.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B833-B18D-03C3-724A-03F774C1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A2DE64-6761-DFC4-64C9-88EBF35E7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7001F6C-6B68-813C-2B8C-58970243F41B}"/>
              </a:ext>
            </a:extLst>
          </p:cNvPr>
          <p:cNvSpPr txBox="1"/>
          <p:nvPr/>
        </p:nvSpPr>
        <p:spPr>
          <a:xfrm>
            <a:off x="592744" y="679702"/>
            <a:ext cx="6874856" cy="3102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2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Head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endParaRPr lang="en-US" sz="2800" spc="-10" dirty="0">
              <a:latin typeface="Calibri"/>
              <a:cs typeface="Calibri"/>
            </a:endParaRPr>
          </a:p>
          <a:p>
            <a:r>
              <a:rPr lang="en-US" b="1" dirty="0"/>
              <a:t>Multi-Head Attention</a:t>
            </a:r>
          </a:p>
          <a:p>
            <a:r>
              <a:rPr lang="en-US" dirty="0"/>
              <a:t>Instead of one attention: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multiple attention heads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head learns different relationships</a:t>
            </a:r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 1: Grammar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 2: Semantics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Head 3: Position</a:t>
            </a: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F7F759E-F42D-B4F0-93F3-65587EB2656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5FFFEB0-5364-5D79-A4C4-3F4992B67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02" y="2438400"/>
            <a:ext cx="9600597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34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83269" y="349161"/>
            <a:ext cx="3676650" cy="5750560"/>
            <a:chOff x="7683269" y="349161"/>
            <a:chExt cx="3676650" cy="5750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3269" y="349161"/>
              <a:ext cx="3676142" cy="57502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05749" y="2283713"/>
              <a:ext cx="1678305" cy="989330"/>
            </a:xfrm>
            <a:custGeom>
              <a:avLst/>
              <a:gdLst/>
              <a:ahLst/>
              <a:cxnLst/>
              <a:rect l="l" t="t" r="r" b="b"/>
              <a:pathLst>
                <a:path w="1678304" h="989329">
                  <a:moveTo>
                    <a:pt x="0" y="164846"/>
                  </a:moveTo>
                  <a:lnTo>
                    <a:pt x="5887" y="121017"/>
                  </a:lnTo>
                  <a:lnTo>
                    <a:pt x="22502" y="81637"/>
                  </a:lnTo>
                  <a:lnTo>
                    <a:pt x="48275" y="48275"/>
                  </a:lnTo>
                  <a:lnTo>
                    <a:pt x="81637" y="22502"/>
                  </a:lnTo>
                  <a:lnTo>
                    <a:pt x="121017" y="5887"/>
                  </a:lnTo>
                  <a:lnTo>
                    <a:pt x="164846" y="0"/>
                  </a:lnTo>
                  <a:lnTo>
                    <a:pt x="1513077" y="0"/>
                  </a:lnTo>
                  <a:lnTo>
                    <a:pt x="1556906" y="5887"/>
                  </a:lnTo>
                  <a:lnTo>
                    <a:pt x="1596286" y="22502"/>
                  </a:lnTo>
                  <a:lnTo>
                    <a:pt x="1629648" y="48275"/>
                  </a:lnTo>
                  <a:lnTo>
                    <a:pt x="1655421" y="81637"/>
                  </a:lnTo>
                  <a:lnTo>
                    <a:pt x="1672036" y="121017"/>
                  </a:lnTo>
                  <a:lnTo>
                    <a:pt x="1677924" y="164846"/>
                  </a:lnTo>
                  <a:lnTo>
                    <a:pt x="1677924" y="824230"/>
                  </a:lnTo>
                  <a:lnTo>
                    <a:pt x="1672036" y="868058"/>
                  </a:lnTo>
                  <a:lnTo>
                    <a:pt x="1655421" y="907438"/>
                  </a:lnTo>
                  <a:lnTo>
                    <a:pt x="1629648" y="940800"/>
                  </a:lnTo>
                  <a:lnTo>
                    <a:pt x="1596286" y="966573"/>
                  </a:lnTo>
                  <a:lnTo>
                    <a:pt x="1556906" y="983188"/>
                  </a:lnTo>
                  <a:lnTo>
                    <a:pt x="1513077" y="989076"/>
                  </a:lnTo>
                  <a:lnTo>
                    <a:pt x="164846" y="989076"/>
                  </a:lnTo>
                  <a:lnTo>
                    <a:pt x="121017" y="983188"/>
                  </a:lnTo>
                  <a:lnTo>
                    <a:pt x="81637" y="966573"/>
                  </a:lnTo>
                  <a:lnTo>
                    <a:pt x="48275" y="940800"/>
                  </a:lnTo>
                  <a:lnTo>
                    <a:pt x="22502" y="907438"/>
                  </a:lnTo>
                  <a:lnTo>
                    <a:pt x="5887" y="868058"/>
                  </a:lnTo>
                  <a:lnTo>
                    <a:pt x="0" y="824230"/>
                  </a:lnTo>
                  <a:lnTo>
                    <a:pt x="0" y="164846"/>
                  </a:lnTo>
                  <a:close/>
                </a:path>
              </a:pathLst>
            </a:custGeom>
            <a:ln w="38100">
              <a:solidFill>
                <a:srgbClr val="385D89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57339" y="159626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026109" y="1611502"/>
            <a:ext cx="4179570" cy="245110"/>
            <a:chOff x="1026109" y="1611502"/>
            <a:chExt cx="4179570" cy="2451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109" y="1611502"/>
              <a:ext cx="1508048" cy="2447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57272" y="1753615"/>
              <a:ext cx="85090" cy="24130"/>
            </a:xfrm>
            <a:custGeom>
              <a:avLst/>
              <a:gdLst/>
              <a:ahLst/>
              <a:cxnLst/>
              <a:rect l="l" t="t" r="r" b="b"/>
              <a:pathLst>
                <a:path w="85089" h="24130">
                  <a:moveTo>
                    <a:pt x="79628" y="0"/>
                  </a:moveTo>
                  <a:lnTo>
                    <a:pt x="4190" y="0"/>
                  </a:lnTo>
                  <a:lnTo>
                    <a:pt x="2539" y="762"/>
                  </a:lnTo>
                  <a:lnTo>
                    <a:pt x="507" y="4318"/>
                  </a:lnTo>
                  <a:lnTo>
                    <a:pt x="0" y="7366"/>
                  </a:lnTo>
                  <a:lnTo>
                    <a:pt x="0" y="16129"/>
                  </a:lnTo>
                  <a:lnTo>
                    <a:pt x="507" y="19176"/>
                  </a:lnTo>
                  <a:lnTo>
                    <a:pt x="2539" y="22860"/>
                  </a:lnTo>
                  <a:lnTo>
                    <a:pt x="4190" y="23749"/>
                  </a:lnTo>
                  <a:lnTo>
                    <a:pt x="80644" y="23749"/>
                  </a:lnTo>
                  <a:lnTo>
                    <a:pt x="82168" y="22860"/>
                  </a:lnTo>
                  <a:lnTo>
                    <a:pt x="84200" y="19431"/>
                  </a:lnTo>
                  <a:lnTo>
                    <a:pt x="84835" y="16256"/>
                  </a:lnTo>
                  <a:lnTo>
                    <a:pt x="84835" y="11684"/>
                  </a:lnTo>
                  <a:lnTo>
                    <a:pt x="84835" y="9525"/>
                  </a:lnTo>
                  <a:lnTo>
                    <a:pt x="80517" y="126"/>
                  </a:lnTo>
                  <a:lnTo>
                    <a:pt x="7962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3383" y="1612264"/>
              <a:ext cx="2522220" cy="243967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57339" y="202298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6"/>
                </a:lnTo>
                <a:lnTo>
                  <a:pt x="0" y="256666"/>
                </a:lnTo>
                <a:lnTo>
                  <a:pt x="222110" y="128396"/>
                </a:lnTo>
                <a:lnTo>
                  <a:pt x="83934" y="128396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6"/>
                </a:lnTo>
                <a:lnTo>
                  <a:pt x="222110" y="128396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043508" y="2038223"/>
            <a:ext cx="1576705" cy="245110"/>
            <a:chOff x="1043508" y="2038223"/>
            <a:chExt cx="1576705" cy="245110"/>
          </a:xfrm>
        </p:grpSpPr>
        <p:sp>
          <p:nvSpPr>
            <p:cNvPr id="13" name="object 13"/>
            <p:cNvSpPr/>
            <p:nvPr/>
          </p:nvSpPr>
          <p:spPr>
            <a:xfrm>
              <a:off x="1043508" y="2038222"/>
              <a:ext cx="836930" cy="245110"/>
            </a:xfrm>
            <a:custGeom>
              <a:avLst/>
              <a:gdLst/>
              <a:ahLst/>
              <a:cxnLst/>
              <a:rect l="l" t="t" r="r" b="b"/>
              <a:pathLst>
                <a:path w="836930" h="245110">
                  <a:moveTo>
                    <a:pt x="243890" y="28194"/>
                  </a:moveTo>
                  <a:lnTo>
                    <a:pt x="243738" y="27051"/>
                  </a:lnTo>
                  <a:lnTo>
                    <a:pt x="243636" y="26162"/>
                  </a:lnTo>
                  <a:lnTo>
                    <a:pt x="243027" y="24765"/>
                  </a:lnTo>
                  <a:lnTo>
                    <a:pt x="242277" y="22860"/>
                  </a:lnTo>
                  <a:lnTo>
                    <a:pt x="242239" y="22733"/>
                  </a:lnTo>
                  <a:lnTo>
                    <a:pt x="241223" y="21336"/>
                  </a:lnTo>
                  <a:lnTo>
                    <a:pt x="239064" y="19177"/>
                  </a:lnTo>
                  <a:lnTo>
                    <a:pt x="237667" y="18415"/>
                  </a:lnTo>
                  <a:lnTo>
                    <a:pt x="236143" y="17780"/>
                  </a:lnTo>
                  <a:lnTo>
                    <a:pt x="234899" y="17399"/>
                  </a:lnTo>
                  <a:lnTo>
                    <a:pt x="235305" y="17399"/>
                  </a:lnTo>
                  <a:lnTo>
                    <a:pt x="232841" y="17018"/>
                  </a:lnTo>
                  <a:lnTo>
                    <a:pt x="208953" y="17018"/>
                  </a:lnTo>
                  <a:lnTo>
                    <a:pt x="188810" y="35814"/>
                  </a:lnTo>
                  <a:lnTo>
                    <a:pt x="122059" y="197739"/>
                  </a:lnTo>
                  <a:lnTo>
                    <a:pt x="121196" y="197739"/>
                  </a:lnTo>
                  <a:lnTo>
                    <a:pt x="59486" y="41529"/>
                  </a:lnTo>
                  <a:lnTo>
                    <a:pt x="57035" y="35306"/>
                  </a:lnTo>
                  <a:lnTo>
                    <a:pt x="56019" y="32258"/>
                  </a:lnTo>
                  <a:lnTo>
                    <a:pt x="54749" y="29464"/>
                  </a:lnTo>
                  <a:lnTo>
                    <a:pt x="34569" y="17018"/>
                  </a:lnTo>
                  <a:lnTo>
                    <a:pt x="9334" y="17018"/>
                  </a:lnTo>
                  <a:lnTo>
                    <a:pt x="6451" y="18034"/>
                  </a:lnTo>
                  <a:lnTo>
                    <a:pt x="3873" y="20193"/>
                  </a:lnTo>
                  <a:lnTo>
                    <a:pt x="1282" y="22225"/>
                  </a:lnTo>
                  <a:lnTo>
                    <a:pt x="0" y="25781"/>
                  </a:lnTo>
                  <a:lnTo>
                    <a:pt x="0" y="237871"/>
                  </a:lnTo>
                  <a:lnTo>
                    <a:pt x="2946" y="240919"/>
                  </a:lnTo>
                  <a:lnTo>
                    <a:pt x="4635" y="241681"/>
                  </a:lnTo>
                  <a:lnTo>
                    <a:pt x="5588" y="241681"/>
                  </a:lnTo>
                  <a:lnTo>
                    <a:pt x="8750" y="242316"/>
                  </a:lnTo>
                  <a:lnTo>
                    <a:pt x="20688" y="242316"/>
                  </a:lnTo>
                  <a:lnTo>
                    <a:pt x="23863" y="241681"/>
                  </a:lnTo>
                  <a:lnTo>
                    <a:pt x="24815" y="241681"/>
                  </a:lnTo>
                  <a:lnTo>
                    <a:pt x="26606" y="240919"/>
                  </a:lnTo>
                  <a:lnTo>
                    <a:pt x="29819" y="237871"/>
                  </a:lnTo>
                  <a:lnTo>
                    <a:pt x="29819" y="41529"/>
                  </a:lnTo>
                  <a:lnTo>
                    <a:pt x="29997" y="41529"/>
                  </a:lnTo>
                  <a:lnTo>
                    <a:pt x="105587" y="237744"/>
                  </a:lnTo>
                  <a:lnTo>
                    <a:pt x="105892" y="238633"/>
                  </a:lnTo>
                  <a:lnTo>
                    <a:pt x="106413" y="239395"/>
                  </a:lnTo>
                  <a:lnTo>
                    <a:pt x="106565" y="239395"/>
                  </a:lnTo>
                  <a:lnTo>
                    <a:pt x="106895" y="239649"/>
                  </a:lnTo>
                  <a:lnTo>
                    <a:pt x="107772" y="240538"/>
                  </a:lnTo>
                  <a:lnTo>
                    <a:pt x="107975" y="240538"/>
                  </a:lnTo>
                  <a:lnTo>
                    <a:pt x="108635" y="240919"/>
                  </a:lnTo>
                  <a:lnTo>
                    <a:pt x="108800" y="240919"/>
                  </a:lnTo>
                  <a:lnTo>
                    <a:pt x="111112" y="241681"/>
                  </a:lnTo>
                  <a:lnTo>
                    <a:pt x="108712" y="241681"/>
                  </a:lnTo>
                  <a:lnTo>
                    <a:pt x="117360" y="242316"/>
                  </a:lnTo>
                  <a:lnTo>
                    <a:pt x="126847" y="242316"/>
                  </a:lnTo>
                  <a:lnTo>
                    <a:pt x="150837" y="197739"/>
                  </a:lnTo>
                  <a:lnTo>
                    <a:pt x="213779" y="41529"/>
                  </a:lnTo>
                  <a:lnTo>
                    <a:pt x="214122" y="41529"/>
                  </a:lnTo>
                  <a:lnTo>
                    <a:pt x="214122" y="237871"/>
                  </a:lnTo>
                  <a:lnTo>
                    <a:pt x="214363" y="238633"/>
                  </a:lnTo>
                  <a:lnTo>
                    <a:pt x="214845" y="239395"/>
                  </a:lnTo>
                  <a:lnTo>
                    <a:pt x="215315" y="240030"/>
                  </a:lnTo>
                  <a:lnTo>
                    <a:pt x="216115" y="240538"/>
                  </a:lnTo>
                  <a:lnTo>
                    <a:pt x="217258" y="240919"/>
                  </a:lnTo>
                  <a:lnTo>
                    <a:pt x="218948" y="241681"/>
                  </a:lnTo>
                  <a:lnTo>
                    <a:pt x="219938" y="241681"/>
                  </a:lnTo>
                  <a:lnTo>
                    <a:pt x="223189" y="242316"/>
                  </a:lnTo>
                  <a:lnTo>
                    <a:pt x="234873" y="242316"/>
                  </a:lnTo>
                  <a:lnTo>
                    <a:pt x="238048" y="241681"/>
                  </a:lnTo>
                  <a:lnTo>
                    <a:pt x="239001" y="241681"/>
                  </a:lnTo>
                  <a:lnTo>
                    <a:pt x="240715" y="240919"/>
                  </a:lnTo>
                  <a:lnTo>
                    <a:pt x="243890" y="237871"/>
                  </a:lnTo>
                  <a:lnTo>
                    <a:pt x="243890" y="41529"/>
                  </a:lnTo>
                  <a:lnTo>
                    <a:pt x="243890" y="28194"/>
                  </a:lnTo>
                  <a:close/>
                </a:path>
                <a:path w="836930" h="245110">
                  <a:moveTo>
                    <a:pt x="433628" y="80137"/>
                  </a:moveTo>
                  <a:lnTo>
                    <a:pt x="428040" y="76073"/>
                  </a:lnTo>
                  <a:lnTo>
                    <a:pt x="427202" y="76073"/>
                  </a:lnTo>
                  <a:lnTo>
                    <a:pt x="424357" y="75692"/>
                  </a:lnTo>
                  <a:lnTo>
                    <a:pt x="414070" y="75692"/>
                  </a:lnTo>
                  <a:lnTo>
                    <a:pt x="411403" y="76073"/>
                  </a:lnTo>
                  <a:lnTo>
                    <a:pt x="410514" y="76073"/>
                  </a:lnTo>
                  <a:lnTo>
                    <a:pt x="404926" y="80137"/>
                  </a:lnTo>
                  <a:lnTo>
                    <a:pt x="404926" y="190119"/>
                  </a:lnTo>
                  <a:lnTo>
                    <a:pt x="398995" y="197027"/>
                  </a:lnTo>
                  <a:lnTo>
                    <a:pt x="367969" y="220091"/>
                  </a:lnTo>
                  <a:lnTo>
                    <a:pt x="355269" y="220091"/>
                  </a:lnTo>
                  <a:lnTo>
                    <a:pt x="328599" y="188341"/>
                  </a:lnTo>
                  <a:lnTo>
                    <a:pt x="327837" y="180975"/>
                  </a:lnTo>
                  <a:lnTo>
                    <a:pt x="327837" y="80137"/>
                  </a:lnTo>
                  <a:lnTo>
                    <a:pt x="327710" y="79375"/>
                  </a:lnTo>
                  <a:lnTo>
                    <a:pt x="322249" y="76073"/>
                  </a:lnTo>
                  <a:lnTo>
                    <a:pt x="321411" y="76073"/>
                  </a:lnTo>
                  <a:lnTo>
                    <a:pt x="318566" y="75692"/>
                  </a:lnTo>
                  <a:lnTo>
                    <a:pt x="308406" y="75692"/>
                  </a:lnTo>
                  <a:lnTo>
                    <a:pt x="305739" y="76073"/>
                  </a:lnTo>
                  <a:lnTo>
                    <a:pt x="304723" y="76073"/>
                  </a:lnTo>
                  <a:lnTo>
                    <a:pt x="303199" y="76454"/>
                  </a:lnTo>
                  <a:lnTo>
                    <a:pt x="300913" y="77470"/>
                  </a:lnTo>
                  <a:lnTo>
                    <a:pt x="300151" y="78105"/>
                  </a:lnTo>
                  <a:lnTo>
                    <a:pt x="299770" y="78740"/>
                  </a:lnTo>
                  <a:lnTo>
                    <a:pt x="299262" y="79375"/>
                  </a:lnTo>
                  <a:lnTo>
                    <a:pt x="299300" y="183870"/>
                  </a:lnTo>
                  <a:lnTo>
                    <a:pt x="299605" y="188341"/>
                  </a:lnTo>
                  <a:lnTo>
                    <a:pt x="299720" y="190119"/>
                  </a:lnTo>
                  <a:lnTo>
                    <a:pt x="311454" y="225425"/>
                  </a:lnTo>
                  <a:lnTo>
                    <a:pt x="315772" y="231394"/>
                  </a:lnTo>
                  <a:lnTo>
                    <a:pt x="354888" y="244729"/>
                  </a:lnTo>
                  <a:lnTo>
                    <a:pt x="360095" y="244398"/>
                  </a:lnTo>
                  <a:lnTo>
                    <a:pt x="361099" y="244398"/>
                  </a:lnTo>
                  <a:lnTo>
                    <a:pt x="400939" y="223329"/>
                  </a:lnTo>
                  <a:lnTo>
                    <a:pt x="404050" y="220091"/>
                  </a:lnTo>
                  <a:lnTo>
                    <a:pt x="407593" y="216408"/>
                  </a:lnTo>
                  <a:lnTo>
                    <a:pt x="407593" y="237998"/>
                  </a:lnTo>
                  <a:lnTo>
                    <a:pt x="407847" y="238760"/>
                  </a:lnTo>
                  <a:lnTo>
                    <a:pt x="408228" y="239395"/>
                  </a:lnTo>
                  <a:lnTo>
                    <a:pt x="408482" y="240030"/>
                  </a:lnTo>
                  <a:lnTo>
                    <a:pt x="409244" y="240665"/>
                  </a:lnTo>
                  <a:lnTo>
                    <a:pt x="410133" y="241046"/>
                  </a:lnTo>
                  <a:lnTo>
                    <a:pt x="411149" y="241554"/>
                  </a:lnTo>
                  <a:lnTo>
                    <a:pt x="412838" y="242062"/>
                  </a:lnTo>
                  <a:lnTo>
                    <a:pt x="414197" y="242062"/>
                  </a:lnTo>
                  <a:lnTo>
                    <a:pt x="415848" y="242316"/>
                  </a:lnTo>
                  <a:lnTo>
                    <a:pt x="425119" y="242316"/>
                  </a:lnTo>
                  <a:lnTo>
                    <a:pt x="426770" y="242062"/>
                  </a:lnTo>
                  <a:lnTo>
                    <a:pt x="428117" y="242062"/>
                  </a:lnTo>
                  <a:lnTo>
                    <a:pt x="429818" y="241554"/>
                  </a:lnTo>
                  <a:lnTo>
                    <a:pt x="430834" y="241046"/>
                  </a:lnTo>
                  <a:lnTo>
                    <a:pt x="431977" y="240665"/>
                  </a:lnTo>
                  <a:lnTo>
                    <a:pt x="432612" y="240030"/>
                  </a:lnTo>
                  <a:lnTo>
                    <a:pt x="432904" y="239522"/>
                  </a:lnTo>
                  <a:lnTo>
                    <a:pt x="432993" y="239395"/>
                  </a:lnTo>
                  <a:lnTo>
                    <a:pt x="433501" y="238760"/>
                  </a:lnTo>
                  <a:lnTo>
                    <a:pt x="433628" y="237998"/>
                  </a:lnTo>
                  <a:lnTo>
                    <a:pt x="433628" y="216408"/>
                  </a:lnTo>
                  <a:lnTo>
                    <a:pt x="433628" y="80137"/>
                  </a:lnTo>
                  <a:close/>
                </a:path>
                <a:path w="836930" h="245110">
                  <a:moveTo>
                    <a:pt x="514527" y="4572"/>
                  </a:moveTo>
                  <a:lnTo>
                    <a:pt x="514273" y="3683"/>
                  </a:lnTo>
                  <a:lnTo>
                    <a:pt x="513765" y="3048"/>
                  </a:lnTo>
                  <a:lnTo>
                    <a:pt x="513384" y="2286"/>
                  </a:lnTo>
                  <a:lnTo>
                    <a:pt x="512622" y="1778"/>
                  </a:lnTo>
                  <a:lnTo>
                    <a:pt x="510590" y="762"/>
                  </a:lnTo>
                  <a:lnTo>
                    <a:pt x="509066" y="508"/>
                  </a:lnTo>
                  <a:lnTo>
                    <a:pt x="505383" y="0"/>
                  </a:lnTo>
                  <a:lnTo>
                    <a:pt x="495096" y="0"/>
                  </a:lnTo>
                  <a:lnTo>
                    <a:pt x="486079" y="3683"/>
                  </a:lnTo>
                  <a:lnTo>
                    <a:pt x="486079" y="238760"/>
                  </a:lnTo>
                  <a:lnTo>
                    <a:pt x="486460" y="239395"/>
                  </a:lnTo>
                  <a:lnTo>
                    <a:pt x="486968" y="240030"/>
                  </a:lnTo>
                  <a:lnTo>
                    <a:pt x="487730" y="240665"/>
                  </a:lnTo>
                  <a:lnTo>
                    <a:pt x="488746" y="241046"/>
                  </a:lnTo>
                  <a:lnTo>
                    <a:pt x="489889" y="241554"/>
                  </a:lnTo>
                  <a:lnTo>
                    <a:pt x="491744" y="242062"/>
                  </a:lnTo>
                  <a:lnTo>
                    <a:pt x="493191" y="242062"/>
                  </a:lnTo>
                  <a:lnTo>
                    <a:pt x="495096" y="242316"/>
                  </a:lnTo>
                  <a:lnTo>
                    <a:pt x="505383" y="242316"/>
                  </a:lnTo>
                  <a:lnTo>
                    <a:pt x="507288" y="242062"/>
                  </a:lnTo>
                  <a:lnTo>
                    <a:pt x="508558" y="242062"/>
                  </a:lnTo>
                  <a:lnTo>
                    <a:pt x="510590" y="241554"/>
                  </a:lnTo>
                  <a:lnTo>
                    <a:pt x="511606" y="241046"/>
                  </a:lnTo>
                  <a:lnTo>
                    <a:pt x="512622" y="240665"/>
                  </a:lnTo>
                  <a:lnTo>
                    <a:pt x="513384" y="240030"/>
                  </a:lnTo>
                  <a:lnTo>
                    <a:pt x="513765" y="239395"/>
                  </a:lnTo>
                  <a:lnTo>
                    <a:pt x="514273" y="238760"/>
                  </a:lnTo>
                  <a:lnTo>
                    <a:pt x="514527" y="237998"/>
                  </a:lnTo>
                  <a:lnTo>
                    <a:pt x="514527" y="4572"/>
                  </a:lnTo>
                  <a:close/>
                </a:path>
                <a:path w="836930" h="245110">
                  <a:moveTo>
                    <a:pt x="647877" y="86233"/>
                  </a:moveTo>
                  <a:lnTo>
                    <a:pt x="647750" y="84455"/>
                  </a:lnTo>
                  <a:lnTo>
                    <a:pt x="647242" y="81407"/>
                  </a:lnTo>
                  <a:lnTo>
                    <a:pt x="646861" y="80137"/>
                  </a:lnTo>
                  <a:lnTo>
                    <a:pt x="646353" y="79248"/>
                  </a:lnTo>
                  <a:lnTo>
                    <a:pt x="645845" y="78232"/>
                  </a:lnTo>
                  <a:lnTo>
                    <a:pt x="645210" y="77597"/>
                  </a:lnTo>
                  <a:lnTo>
                    <a:pt x="644575" y="77089"/>
                  </a:lnTo>
                  <a:lnTo>
                    <a:pt x="643813" y="76708"/>
                  </a:lnTo>
                  <a:lnTo>
                    <a:pt x="602030" y="76708"/>
                  </a:lnTo>
                  <a:lnTo>
                    <a:pt x="602030" y="38608"/>
                  </a:lnTo>
                  <a:lnTo>
                    <a:pt x="594791" y="34163"/>
                  </a:lnTo>
                  <a:lnTo>
                    <a:pt x="580694" y="34163"/>
                  </a:lnTo>
                  <a:lnTo>
                    <a:pt x="574090" y="37211"/>
                  </a:lnTo>
                  <a:lnTo>
                    <a:pt x="573582" y="37846"/>
                  </a:lnTo>
                  <a:lnTo>
                    <a:pt x="573455" y="38608"/>
                  </a:lnTo>
                  <a:lnTo>
                    <a:pt x="573455" y="76708"/>
                  </a:lnTo>
                  <a:lnTo>
                    <a:pt x="549960" y="76708"/>
                  </a:lnTo>
                  <a:lnTo>
                    <a:pt x="549198" y="77089"/>
                  </a:lnTo>
                  <a:lnTo>
                    <a:pt x="548563" y="77597"/>
                  </a:lnTo>
                  <a:lnTo>
                    <a:pt x="547928" y="78232"/>
                  </a:lnTo>
                  <a:lnTo>
                    <a:pt x="547420" y="79248"/>
                  </a:lnTo>
                  <a:lnTo>
                    <a:pt x="546912" y="80137"/>
                  </a:lnTo>
                  <a:lnTo>
                    <a:pt x="546658" y="81407"/>
                  </a:lnTo>
                  <a:lnTo>
                    <a:pt x="546277" y="82931"/>
                  </a:lnTo>
                  <a:lnTo>
                    <a:pt x="546023" y="84455"/>
                  </a:lnTo>
                  <a:lnTo>
                    <a:pt x="549833" y="100330"/>
                  </a:lnTo>
                  <a:lnTo>
                    <a:pt x="573455" y="100330"/>
                  </a:lnTo>
                  <a:lnTo>
                    <a:pt x="573455" y="200533"/>
                  </a:lnTo>
                  <a:lnTo>
                    <a:pt x="574217" y="208280"/>
                  </a:lnTo>
                  <a:lnTo>
                    <a:pt x="576211" y="215900"/>
                  </a:lnTo>
                  <a:lnTo>
                    <a:pt x="577646" y="221615"/>
                  </a:lnTo>
                  <a:lnTo>
                    <a:pt x="580313" y="227076"/>
                  </a:lnTo>
                  <a:lnTo>
                    <a:pt x="583996" y="231394"/>
                  </a:lnTo>
                  <a:lnTo>
                    <a:pt x="587679" y="235839"/>
                  </a:lnTo>
                  <a:lnTo>
                    <a:pt x="592505" y="239014"/>
                  </a:lnTo>
                  <a:lnTo>
                    <a:pt x="604050" y="243332"/>
                  </a:lnTo>
                  <a:lnTo>
                    <a:pt x="610920" y="244348"/>
                  </a:lnTo>
                  <a:lnTo>
                    <a:pt x="623493" y="244348"/>
                  </a:lnTo>
                  <a:lnTo>
                    <a:pt x="646480" y="235839"/>
                  </a:lnTo>
                  <a:lnTo>
                    <a:pt x="646607" y="235585"/>
                  </a:lnTo>
                  <a:lnTo>
                    <a:pt x="647115" y="233553"/>
                  </a:lnTo>
                  <a:lnTo>
                    <a:pt x="647623" y="231648"/>
                  </a:lnTo>
                  <a:lnTo>
                    <a:pt x="647877" y="228981"/>
                  </a:lnTo>
                  <a:lnTo>
                    <a:pt x="647877" y="223520"/>
                  </a:lnTo>
                  <a:lnTo>
                    <a:pt x="647750" y="221869"/>
                  </a:lnTo>
                  <a:lnTo>
                    <a:pt x="647395" y="219964"/>
                  </a:lnTo>
                  <a:lnTo>
                    <a:pt x="647357" y="219710"/>
                  </a:lnTo>
                  <a:lnTo>
                    <a:pt x="647242" y="219075"/>
                  </a:lnTo>
                  <a:lnTo>
                    <a:pt x="647128" y="218567"/>
                  </a:lnTo>
                  <a:lnTo>
                    <a:pt x="647014" y="218059"/>
                  </a:lnTo>
                  <a:lnTo>
                    <a:pt x="646734" y="217170"/>
                  </a:lnTo>
                  <a:lnTo>
                    <a:pt x="646353" y="216281"/>
                  </a:lnTo>
                  <a:lnTo>
                    <a:pt x="646061" y="215900"/>
                  </a:lnTo>
                  <a:lnTo>
                    <a:pt x="646214" y="215900"/>
                  </a:lnTo>
                  <a:lnTo>
                    <a:pt x="644448" y="215011"/>
                  </a:lnTo>
                  <a:lnTo>
                    <a:pt x="642924" y="215011"/>
                  </a:lnTo>
                  <a:lnTo>
                    <a:pt x="641908" y="215265"/>
                  </a:lnTo>
                  <a:lnTo>
                    <a:pt x="640765" y="215900"/>
                  </a:lnTo>
                  <a:lnTo>
                    <a:pt x="636574" y="217551"/>
                  </a:lnTo>
                  <a:lnTo>
                    <a:pt x="634923" y="218059"/>
                  </a:lnTo>
                  <a:lnTo>
                    <a:pt x="633145" y="218567"/>
                  </a:lnTo>
                  <a:lnTo>
                    <a:pt x="630986" y="219075"/>
                  </a:lnTo>
                  <a:lnTo>
                    <a:pt x="628954" y="219710"/>
                  </a:lnTo>
                  <a:lnTo>
                    <a:pt x="626541" y="219964"/>
                  </a:lnTo>
                  <a:lnTo>
                    <a:pt x="615746" y="219964"/>
                  </a:lnTo>
                  <a:lnTo>
                    <a:pt x="610019" y="217170"/>
                  </a:lnTo>
                  <a:lnTo>
                    <a:pt x="603669" y="206248"/>
                  </a:lnTo>
                  <a:lnTo>
                    <a:pt x="602030" y="198120"/>
                  </a:lnTo>
                  <a:lnTo>
                    <a:pt x="602030" y="100330"/>
                  </a:lnTo>
                  <a:lnTo>
                    <a:pt x="643813" y="100330"/>
                  </a:lnTo>
                  <a:lnTo>
                    <a:pt x="645210" y="99314"/>
                  </a:lnTo>
                  <a:lnTo>
                    <a:pt x="646226" y="97536"/>
                  </a:lnTo>
                  <a:lnTo>
                    <a:pt x="647242" y="95631"/>
                  </a:lnTo>
                  <a:lnTo>
                    <a:pt x="647877" y="92710"/>
                  </a:lnTo>
                  <a:lnTo>
                    <a:pt x="647877" y="86233"/>
                  </a:lnTo>
                  <a:close/>
                </a:path>
                <a:path w="836930" h="245110">
                  <a:moveTo>
                    <a:pt x="714171" y="80264"/>
                  </a:moveTo>
                  <a:lnTo>
                    <a:pt x="713917" y="79502"/>
                  </a:lnTo>
                  <a:lnTo>
                    <a:pt x="713409" y="78740"/>
                  </a:lnTo>
                  <a:lnTo>
                    <a:pt x="713028" y="78105"/>
                  </a:lnTo>
                  <a:lnTo>
                    <a:pt x="712266" y="77470"/>
                  </a:lnTo>
                  <a:lnTo>
                    <a:pt x="711250" y="77089"/>
                  </a:lnTo>
                  <a:lnTo>
                    <a:pt x="710234" y="76581"/>
                  </a:lnTo>
                  <a:lnTo>
                    <a:pt x="708710" y="76200"/>
                  </a:lnTo>
                  <a:lnTo>
                    <a:pt x="706932" y="75946"/>
                  </a:lnTo>
                  <a:lnTo>
                    <a:pt x="705027" y="75819"/>
                  </a:lnTo>
                  <a:lnTo>
                    <a:pt x="694740" y="75819"/>
                  </a:lnTo>
                  <a:lnTo>
                    <a:pt x="692835" y="75946"/>
                  </a:lnTo>
                  <a:lnTo>
                    <a:pt x="690930" y="76200"/>
                  </a:lnTo>
                  <a:lnTo>
                    <a:pt x="689533" y="76581"/>
                  </a:lnTo>
                  <a:lnTo>
                    <a:pt x="688390" y="77089"/>
                  </a:lnTo>
                  <a:lnTo>
                    <a:pt x="687374" y="77470"/>
                  </a:lnTo>
                  <a:lnTo>
                    <a:pt x="686612" y="78105"/>
                  </a:lnTo>
                  <a:lnTo>
                    <a:pt x="686104" y="78740"/>
                  </a:lnTo>
                  <a:lnTo>
                    <a:pt x="685723" y="79502"/>
                  </a:lnTo>
                  <a:lnTo>
                    <a:pt x="685723" y="238760"/>
                  </a:lnTo>
                  <a:lnTo>
                    <a:pt x="686104" y="239395"/>
                  </a:lnTo>
                  <a:lnTo>
                    <a:pt x="686612" y="240030"/>
                  </a:lnTo>
                  <a:lnTo>
                    <a:pt x="687374" y="240665"/>
                  </a:lnTo>
                  <a:lnTo>
                    <a:pt x="688390" y="241046"/>
                  </a:lnTo>
                  <a:lnTo>
                    <a:pt x="689533" y="241554"/>
                  </a:lnTo>
                  <a:lnTo>
                    <a:pt x="691388" y="242062"/>
                  </a:lnTo>
                  <a:lnTo>
                    <a:pt x="692835" y="242062"/>
                  </a:lnTo>
                  <a:lnTo>
                    <a:pt x="694740" y="242316"/>
                  </a:lnTo>
                  <a:lnTo>
                    <a:pt x="705027" y="242316"/>
                  </a:lnTo>
                  <a:lnTo>
                    <a:pt x="706932" y="242062"/>
                  </a:lnTo>
                  <a:lnTo>
                    <a:pt x="708202" y="242062"/>
                  </a:lnTo>
                  <a:lnTo>
                    <a:pt x="710234" y="241554"/>
                  </a:lnTo>
                  <a:lnTo>
                    <a:pt x="711250" y="241046"/>
                  </a:lnTo>
                  <a:lnTo>
                    <a:pt x="712266" y="240665"/>
                  </a:lnTo>
                  <a:lnTo>
                    <a:pt x="713028" y="240030"/>
                  </a:lnTo>
                  <a:lnTo>
                    <a:pt x="713409" y="239395"/>
                  </a:lnTo>
                  <a:lnTo>
                    <a:pt x="713917" y="238760"/>
                  </a:lnTo>
                  <a:lnTo>
                    <a:pt x="714171" y="237998"/>
                  </a:lnTo>
                  <a:lnTo>
                    <a:pt x="714171" y="80264"/>
                  </a:lnTo>
                  <a:close/>
                </a:path>
                <a:path w="836930" h="245110">
                  <a:moveTo>
                    <a:pt x="717473" y="21717"/>
                  </a:moveTo>
                  <a:lnTo>
                    <a:pt x="716229" y="17399"/>
                  </a:lnTo>
                  <a:lnTo>
                    <a:pt x="711250" y="12573"/>
                  </a:lnTo>
                  <a:lnTo>
                    <a:pt x="706678" y="11303"/>
                  </a:lnTo>
                  <a:lnTo>
                    <a:pt x="693089" y="11303"/>
                  </a:lnTo>
                  <a:lnTo>
                    <a:pt x="688390" y="12573"/>
                  </a:lnTo>
                  <a:lnTo>
                    <a:pt x="683310" y="17399"/>
                  </a:lnTo>
                  <a:lnTo>
                    <a:pt x="682104" y="21717"/>
                  </a:lnTo>
                  <a:lnTo>
                    <a:pt x="682040" y="35306"/>
                  </a:lnTo>
                  <a:lnTo>
                    <a:pt x="683310" y="39751"/>
                  </a:lnTo>
                  <a:lnTo>
                    <a:pt x="688263" y="44450"/>
                  </a:lnTo>
                  <a:lnTo>
                    <a:pt x="692835" y="45720"/>
                  </a:lnTo>
                  <a:lnTo>
                    <a:pt x="706424" y="45720"/>
                  </a:lnTo>
                  <a:lnTo>
                    <a:pt x="711123" y="44450"/>
                  </a:lnTo>
                  <a:lnTo>
                    <a:pt x="716064" y="39751"/>
                  </a:lnTo>
                  <a:lnTo>
                    <a:pt x="717397" y="35306"/>
                  </a:lnTo>
                  <a:lnTo>
                    <a:pt x="717473" y="21717"/>
                  </a:lnTo>
                  <a:close/>
                </a:path>
                <a:path w="836930" h="245110">
                  <a:moveTo>
                    <a:pt x="836599" y="151638"/>
                  </a:moveTo>
                  <a:lnTo>
                    <a:pt x="831392" y="142113"/>
                  </a:lnTo>
                  <a:lnTo>
                    <a:pt x="755954" y="142113"/>
                  </a:lnTo>
                  <a:lnTo>
                    <a:pt x="754303" y="142875"/>
                  </a:lnTo>
                  <a:lnTo>
                    <a:pt x="752271" y="146431"/>
                  </a:lnTo>
                  <a:lnTo>
                    <a:pt x="751763" y="149479"/>
                  </a:lnTo>
                  <a:lnTo>
                    <a:pt x="751763" y="158242"/>
                  </a:lnTo>
                  <a:lnTo>
                    <a:pt x="752271" y="161290"/>
                  </a:lnTo>
                  <a:lnTo>
                    <a:pt x="754303" y="164973"/>
                  </a:lnTo>
                  <a:lnTo>
                    <a:pt x="755954" y="165862"/>
                  </a:lnTo>
                  <a:lnTo>
                    <a:pt x="832408" y="165862"/>
                  </a:lnTo>
                  <a:lnTo>
                    <a:pt x="833932" y="164973"/>
                  </a:lnTo>
                  <a:lnTo>
                    <a:pt x="835964" y="161544"/>
                  </a:lnTo>
                  <a:lnTo>
                    <a:pt x="836599" y="158369"/>
                  </a:lnTo>
                  <a:lnTo>
                    <a:pt x="836599" y="153797"/>
                  </a:lnTo>
                  <a:lnTo>
                    <a:pt x="836599" y="15163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1383" y="2038985"/>
              <a:ext cx="698754" cy="243966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8924" y="2049526"/>
            <a:ext cx="1328250" cy="23342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14552" y="2338781"/>
            <a:ext cx="5785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spc="-30" dirty="0">
                <a:latin typeface="Calibri"/>
                <a:cs typeface="Calibri"/>
              </a:rPr>
              <a:t>Position-</a:t>
            </a:r>
            <a:r>
              <a:rPr sz="2800" dirty="0">
                <a:latin typeface="Calibri"/>
                <a:cs typeface="Calibri"/>
              </a:rPr>
              <a:t>wise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Feed-</a:t>
            </a:r>
            <a:r>
              <a:rPr sz="2800" dirty="0">
                <a:latin typeface="Calibri"/>
                <a:cs typeface="Calibri"/>
              </a:rPr>
              <a:t>Forward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7339" y="287642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508" y="2891663"/>
            <a:ext cx="1720773" cy="304673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881248" y="2892425"/>
            <a:ext cx="501015" cy="244475"/>
          </a:xfrm>
          <a:custGeom>
            <a:avLst/>
            <a:gdLst/>
            <a:ahLst/>
            <a:cxnLst/>
            <a:rect l="l" t="t" r="r" b="b"/>
            <a:pathLst>
              <a:path w="501014" h="244475">
                <a:moveTo>
                  <a:pt x="121126" y="95758"/>
                </a:moveTo>
                <a:lnTo>
                  <a:pt x="70612" y="95758"/>
                </a:lnTo>
                <a:lnTo>
                  <a:pt x="76200" y="96520"/>
                </a:lnTo>
                <a:lnTo>
                  <a:pt x="85217" y="99567"/>
                </a:lnTo>
                <a:lnTo>
                  <a:pt x="88900" y="101853"/>
                </a:lnTo>
                <a:lnTo>
                  <a:pt x="91693" y="105028"/>
                </a:lnTo>
                <a:lnTo>
                  <a:pt x="94487" y="108076"/>
                </a:lnTo>
                <a:lnTo>
                  <a:pt x="96519" y="111887"/>
                </a:lnTo>
                <a:lnTo>
                  <a:pt x="97789" y="116459"/>
                </a:lnTo>
                <a:lnTo>
                  <a:pt x="99059" y="121158"/>
                </a:lnTo>
                <a:lnTo>
                  <a:pt x="99694" y="126491"/>
                </a:lnTo>
                <a:lnTo>
                  <a:pt x="99694" y="144652"/>
                </a:lnTo>
                <a:lnTo>
                  <a:pt x="78231" y="144652"/>
                </a:lnTo>
                <a:lnTo>
                  <a:pt x="69397" y="144845"/>
                </a:lnTo>
                <a:lnTo>
                  <a:pt x="26160" y="154453"/>
                </a:lnTo>
                <a:lnTo>
                  <a:pt x="5461" y="173609"/>
                </a:lnTo>
                <a:lnTo>
                  <a:pt x="1777" y="180086"/>
                </a:lnTo>
                <a:lnTo>
                  <a:pt x="0" y="187705"/>
                </a:lnTo>
                <a:lnTo>
                  <a:pt x="0" y="203962"/>
                </a:lnTo>
                <a:lnTo>
                  <a:pt x="25273" y="238633"/>
                </a:lnTo>
                <a:lnTo>
                  <a:pt x="45974" y="243966"/>
                </a:lnTo>
                <a:lnTo>
                  <a:pt x="54101" y="243966"/>
                </a:lnTo>
                <a:lnTo>
                  <a:pt x="92757" y="230600"/>
                </a:lnTo>
                <a:lnTo>
                  <a:pt x="102740" y="221614"/>
                </a:lnTo>
                <a:lnTo>
                  <a:pt x="49402" y="221614"/>
                </a:lnTo>
                <a:lnTo>
                  <a:pt x="42163" y="219201"/>
                </a:lnTo>
                <a:lnTo>
                  <a:pt x="37083" y="214375"/>
                </a:lnTo>
                <a:lnTo>
                  <a:pt x="31876" y="209550"/>
                </a:lnTo>
                <a:lnTo>
                  <a:pt x="29337" y="203200"/>
                </a:lnTo>
                <a:lnTo>
                  <a:pt x="29337" y="190373"/>
                </a:lnTo>
                <a:lnTo>
                  <a:pt x="30225" y="186182"/>
                </a:lnTo>
                <a:lnTo>
                  <a:pt x="54863" y="167259"/>
                </a:lnTo>
                <a:lnTo>
                  <a:pt x="60578" y="165862"/>
                </a:lnTo>
                <a:lnTo>
                  <a:pt x="67437" y="165226"/>
                </a:lnTo>
                <a:lnTo>
                  <a:pt x="128143" y="165226"/>
                </a:lnTo>
                <a:lnTo>
                  <a:pt x="128143" y="131190"/>
                </a:lnTo>
                <a:lnTo>
                  <a:pt x="128012" y="126491"/>
                </a:lnTo>
                <a:lnTo>
                  <a:pt x="127948" y="124168"/>
                </a:lnTo>
                <a:lnTo>
                  <a:pt x="127349" y="117586"/>
                </a:lnTo>
                <a:lnTo>
                  <a:pt x="126393" y="111887"/>
                </a:lnTo>
                <a:lnTo>
                  <a:pt x="126321" y="111456"/>
                </a:lnTo>
                <a:lnTo>
                  <a:pt x="124840" y="105790"/>
                </a:lnTo>
                <a:lnTo>
                  <a:pt x="122681" y="98425"/>
                </a:lnTo>
                <a:lnTo>
                  <a:pt x="121126" y="95758"/>
                </a:lnTo>
                <a:close/>
              </a:path>
              <a:path w="501014" h="244475">
                <a:moveTo>
                  <a:pt x="128143" y="220852"/>
                </a:moveTo>
                <a:lnTo>
                  <a:pt x="103505" y="220852"/>
                </a:lnTo>
                <a:lnTo>
                  <a:pt x="103505" y="237871"/>
                </a:lnTo>
                <a:lnTo>
                  <a:pt x="103886" y="238633"/>
                </a:lnTo>
                <a:lnTo>
                  <a:pt x="104012" y="238887"/>
                </a:lnTo>
                <a:lnTo>
                  <a:pt x="104775" y="239649"/>
                </a:lnTo>
                <a:lnTo>
                  <a:pt x="105537" y="240284"/>
                </a:lnTo>
                <a:lnTo>
                  <a:pt x="106933" y="240791"/>
                </a:lnTo>
                <a:lnTo>
                  <a:pt x="110489" y="241553"/>
                </a:lnTo>
                <a:lnTo>
                  <a:pt x="121412" y="241553"/>
                </a:lnTo>
                <a:lnTo>
                  <a:pt x="122936" y="241173"/>
                </a:lnTo>
                <a:lnTo>
                  <a:pt x="124587" y="240791"/>
                </a:lnTo>
                <a:lnTo>
                  <a:pt x="125856" y="240284"/>
                </a:lnTo>
                <a:lnTo>
                  <a:pt x="126745" y="239649"/>
                </a:lnTo>
                <a:lnTo>
                  <a:pt x="127762" y="238887"/>
                </a:lnTo>
                <a:lnTo>
                  <a:pt x="128143" y="237871"/>
                </a:lnTo>
                <a:lnTo>
                  <a:pt x="128143" y="220852"/>
                </a:lnTo>
                <a:close/>
              </a:path>
              <a:path w="501014" h="244475">
                <a:moveTo>
                  <a:pt x="128143" y="165226"/>
                </a:moveTo>
                <a:lnTo>
                  <a:pt x="99694" y="165226"/>
                </a:lnTo>
                <a:lnTo>
                  <a:pt x="99694" y="198374"/>
                </a:lnTo>
                <a:lnTo>
                  <a:pt x="94435" y="203962"/>
                </a:lnTo>
                <a:lnTo>
                  <a:pt x="66167" y="221614"/>
                </a:lnTo>
                <a:lnTo>
                  <a:pt x="102740" y="221614"/>
                </a:lnTo>
                <a:lnTo>
                  <a:pt x="103505" y="220852"/>
                </a:lnTo>
                <a:lnTo>
                  <a:pt x="128143" y="220852"/>
                </a:lnTo>
                <a:lnTo>
                  <a:pt x="128143" y="165226"/>
                </a:lnTo>
                <a:close/>
              </a:path>
              <a:path w="501014" h="244475">
                <a:moveTo>
                  <a:pt x="66675" y="72516"/>
                </a:moveTo>
                <a:lnTo>
                  <a:pt x="60578" y="72516"/>
                </a:lnTo>
                <a:lnTo>
                  <a:pt x="54609" y="73025"/>
                </a:lnTo>
                <a:lnTo>
                  <a:pt x="48768" y="74167"/>
                </a:lnTo>
                <a:lnTo>
                  <a:pt x="42925" y="75184"/>
                </a:lnTo>
                <a:lnTo>
                  <a:pt x="8606" y="92328"/>
                </a:lnTo>
                <a:lnTo>
                  <a:pt x="7746" y="104012"/>
                </a:lnTo>
                <a:lnTo>
                  <a:pt x="8255" y="106934"/>
                </a:lnTo>
                <a:lnTo>
                  <a:pt x="8509" y="107696"/>
                </a:lnTo>
                <a:lnTo>
                  <a:pt x="8636" y="108076"/>
                </a:lnTo>
                <a:lnTo>
                  <a:pt x="12445" y="111887"/>
                </a:lnTo>
                <a:lnTo>
                  <a:pt x="14731" y="111887"/>
                </a:lnTo>
                <a:lnTo>
                  <a:pt x="16582" y="111125"/>
                </a:lnTo>
                <a:lnTo>
                  <a:pt x="17535" y="110616"/>
                </a:lnTo>
                <a:lnTo>
                  <a:pt x="19684" y="109347"/>
                </a:lnTo>
                <a:lnTo>
                  <a:pt x="26034" y="105790"/>
                </a:lnTo>
                <a:lnTo>
                  <a:pt x="30352" y="103759"/>
                </a:lnTo>
                <a:lnTo>
                  <a:pt x="34282" y="101853"/>
                </a:lnTo>
                <a:lnTo>
                  <a:pt x="39496" y="99949"/>
                </a:lnTo>
                <a:lnTo>
                  <a:pt x="45084" y="98171"/>
                </a:lnTo>
                <a:lnTo>
                  <a:pt x="50673" y="96520"/>
                </a:lnTo>
                <a:lnTo>
                  <a:pt x="57023" y="95758"/>
                </a:lnTo>
                <a:lnTo>
                  <a:pt x="121126" y="95758"/>
                </a:lnTo>
                <a:lnTo>
                  <a:pt x="119125" y="92328"/>
                </a:lnTo>
                <a:lnTo>
                  <a:pt x="114426" y="87629"/>
                </a:lnTo>
                <a:lnTo>
                  <a:pt x="109474" y="82550"/>
                </a:lnTo>
                <a:lnTo>
                  <a:pt x="103124" y="78866"/>
                </a:lnTo>
                <a:lnTo>
                  <a:pt x="95250" y="76326"/>
                </a:lnTo>
                <a:lnTo>
                  <a:pt x="89034" y="74660"/>
                </a:lnTo>
                <a:lnTo>
                  <a:pt x="82200" y="73469"/>
                </a:lnTo>
                <a:lnTo>
                  <a:pt x="74747" y="72755"/>
                </a:lnTo>
                <a:lnTo>
                  <a:pt x="66675" y="72516"/>
                </a:lnTo>
                <a:close/>
              </a:path>
              <a:path w="501014" h="244475">
                <a:moveTo>
                  <a:pt x="202692" y="241300"/>
                </a:moveTo>
                <a:lnTo>
                  <a:pt x="188594" y="241300"/>
                </a:lnTo>
                <a:lnTo>
                  <a:pt x="190500" y="241553"/>
                </a:lnTo>
                <a:lnTo>
                  <a:pt x="200787" y="241553"/>
                </a:lnTo>
                <a:lnTo>
                  <a:pt x="202692" y="241300"/>
                </a:lnTo>
                <a:close/>
              </a:path>
              <a:path w="501014" h="244475">
                <a:moveTo>
                  <a:pt x="308356" y="241300"/>
                </a:moveTo>
                <a:lnTo>
                  <a:pt x="294386" y="241300"/>
                </a:lnTo>
                <a:lnTo>
                  <a:pt x="296163" y="241553"/>
                </a:lnTo>
                <a:lnTo>
                  <a:pt x="306577" y="241553"/>
                </a:lnTo>
                <a:lnTo>
                  <a:pt x="308356" y="241300"/>
                </a:lnTo>
                <a:close/>
              </a:path>
              <a:path w="501014" h="244475">
                <a:moveTo>
                  <a:pt x="202311" y="75311"/>
                </a:moveTo>
                <a:lnTo>
                  <a:pt x="186308" y="75311"/>
                </a:lnTo>
                <a:lnTo>
                  <a:pt x="184912" y="75691"/>
                </a:lnTo>
                <a:lnTo>
                  <a:pt x="182880" y="76708"/>
                </a:lnTo>
                <a:lnTo>
                  <a:pt x="182118" y="77342"/>
                </a:lnTo>
                <a:lnTo>
                  <a:pt x="181965" y="77724"/>
                </a:lnTo>
                <a:lnTo>
                  <a:pt x="181863" y="77977"/>
                </a:lnTo>
                <a:lnTo>
                  <a:pt x="181482" y="78612"/>
                </a:lnTo>
                <a:lnTo>
                  <a:pt x="181482" y="237998"/>
                </a:lnTo>
                <a:lnTo>
                  <a:pt x="181863" y="238633"/>
                </a:lnTo>
                <a:lnTo>
                  <a:pt x="182371" y="239267"/>
                </a:lnTo>
                <a:lnTo>
                  <a:pt x="183133" y="239902"/>
                </a:lnTo>
                <a:lnTo>
                  <a:pt x="184150" y="240284"/>
                </a:lnTo>
                <a:lnTo>
                  <a:pt x="185293" y="240791"/>
                </a:lnTo>
                <a:lnTo>
                  <a:pt x="187155" y="241300"/>
                </a:lnTo>
                <a:lnTo>
                  <a:pt x="203962" y="241300"/>
                </a:lnTo>
                <a:lnTo>
                  <a:pt x="205994" y="240791"/>
                </a:lnTo>
                <a:lnTo>
                  <a:pt x="207009" y="240284"/>
                </a:lnTo>
                <a:lnTo>
                  <a:pt x="208025" y="239902"/>
                </a:lnTo>
                <a:lnTo>
                  <a:pt x="208787" y="239267"/>
                </a:lnTo>
                <a:lnTo>
                  <a:pt x="209169" y="238633"/>
                </a:lnTo>
                <a:lnTo>
                  <a:pt x="209676" y="237998"/>
                </a:lnTo>
                <a:lnTo>
                  <a:pt x="209931" y="237236"/>
                </a:lnTo>
                <a:lnTo>
                  <a:pt x="209931" y="127253"/>
                </a:lnTo>
                <a:lnTo>
                  <a:pt x="215765" y="120350"/>
                </a:lnTo>
                <a:lnTo>
                  <a:pt x="221456" y="114315"/>
                </a:lnTo>
                <a:lnTo>
                  <a:pt x="227004" y="109162"/>
                </a:lnTo>
                <a:lnTo>
                  <a:pt x="232409" y="104901"/>
                </a:lnTo>
                <a:lnTo>
                  <a:pt x="238020" y="100964"/>
                </a:lnTo>
                <a:lnTo>
                  <a:pt x="207137" y="100964"/>
                </a:lnTo>
                <a:lnTo>
                  <a:pt x="207137" y="79375"/>
                </a:lnTo>
                <a:lnTo>
                  <a:pt x="206882" y="78612"/>
                </a:lnTo>
                <a:lnTo>
                  <a:pt x="206120" y="77342"/>
                </a:lnTo>
                <a:lnTo>
                  <a:pt x="205486" y="76708"/>
                </a:lnTo>
                <a:lnTo>
                  <a:pt x="204596" y="76200"/>
                </a:lnTo>
                <a:lnTo>
                  <a:pt x="203581" y="75691"/>
                </a:lnTo>
                <a:lnTo>
                  <a:pt x="202311" y="75311"/>
                </a:lnTo>
                <a:close/>
              </a:path>
              <a:path w="501014" h="244475">
                <a:moveTo>
                  <a:pt x="307345" y="97282"/>
                </a:moveTo>
                <a:lnTo>
                  <a:pt x="259461" y="97282"/>
                </a:lnTo>
                <a:lnTo>
                  <a:pt x="264413" y="98298"/>
                </a:lnTo>
                <a:lnTo>
                  <a:pt x="268605" y="100329"/>
                </a:lnTo>
                <a:lnTo>
                  <a:pt x="287019" y="136016"/>
                </a:lnTo>
                <a:lnTo>
                  <a:pt x="287019" y="237236"/>
                </a:lnTo>
                <a:lnTo>
                  <a:pt x="287274" y="237998"/>
                </a:lnTo>
                <a:lnTo>
                  <a:pt x="288289" y="239267"/>
                </a:lnTo>
                <a:lnTo>
                  <a:pt x="288925" y="239902"/>
                </a:lnTo>
                <a:lnTo>
                  <a:pt x="290068" y="240284"/>
                </a:lnTo>
                <a:lnTo>
                  <a:pt x="291083" y="240791"/>
                </a:lnTo>
                <a:lnTo>
                  <a:pt x="292946" y="241300"/>
                </a:lnTo>
                <a:lnTo>
                  <a:pt x="309795" y="241300"/>
                </a:lnTo>
                <a:lnTo>
                  <a:pt x="311657" y="240791"/>
                </a:lnTo>
                <a:lnTo>
                  <a:pt x="312674" y="240284"/>
                </a:lnTo>
                <a:lnTo>
                  <a:pt x="313817" y="239902"/>
                </a:lnTo>
                <a:lnTo>
                  <a:pt x="314578" y="239267"/>
                </a:lnTo>
                <a:lnTo>
                  <a:pt x="314959" y="238633"/>
                </a:lnTo>
                <a:lnTo>
                  <a:pt x="315468" y="237998"/>
                </a:lnTo>
                <a:lnTo>
                  <a:pt x="315721" y="237236"/>
                </a:lnTo>
                <a:lnTo>
                  <a:pt x="315602" y="136016"/>
                </a:lnTo>
                <a:lnTo>
                  <a:pt x="315533" y="133097"/>
                </a:lnTo>
                <a:lnTo>
                  <a:pt x="315218" y="128904"/>
                </a:lnTo>
                <a:lnTo>
                  <a:pt x="315094" y="127253"/>
                </a:lnTo>
                <a:lnTo>
                  <a:pt x="314975" y="125682"/>
                </a:lnTo>
                <a:lnTo>
                  <a:pt x="314061" y="118862"/>
                </a:lnTo>
                <a:lnTo>
                  <a:pt x="312800" y="112649"/>
                </a:lnTo>
                <a:lnTo>
                  <a:pt x="311077" y="105410"/>
                </a:lnTo>
                <a:lnTo>
                  <a:pt x="310956" y="104901"/>
                </a:lnTo>
                <a:lnTo>
                  <a:pt x="310895" y="104648"/>
                </a:lnTo>
                <a:lnTo>
                  <a:pt x="307720" y="97789"/>
                </a:lnTo>
                <a:lnTo>
                  <a:pt x="307345" y="97282"/>
                </a:lnTo>
                <a:close/>
              </a:path>
              <a:path w="501014" h="244475">
                <a:moveTo>
                  <a:pt x="259842" y="72516"/>
                </a:moveTo>
                <a:lnTo>
                  <a:pt x="220281" y="88169"/>
                </a:lnTo>
                <a:lnTo>
                  <a:pt x="207137" y="100964"/>
                </a:lnTo>
                <a:lnTo>
                  <a:pt x="238020" y="100964"/>
                </a:lnTo>
                <a:lnTo>
                  <a:pt x="239649" y="99822"/>
                </a:lnTo>
                <a:lnTo>
                  <a:pt x="246761" y="97282"/>
                </a:lnTo>
                <a:lnTo>
                  <a:pt x="307345" y="97282"/>
                </a:lnTo>
                <a:lnTo>
                  <a:pt x="298957" y="85978"/>
                </a:lnTo>
                <a:lnTo>
                  <a:pt x="268021" y="72945"/>
                </a:lnTo>
                <a:lnTo>
                  <a:pt x="269543" y="72945"/>
                </a:lnTo>
                <a:lnTo>
                  <a:pt x="259842" y="72516"/>
                </a:lnTo>
                <a:close/>
              </a:path>
              <a:path w="501014" h="244475">
                <a:moveTo>
                  <a:pt x="199008" y="74929"/>
                </a:moveTo>
                <a:lnTo>
                  <a:pt x="189483" y="74929"/>
                </a:lnTo>
                <a:lnTo>
                  <a:pt x="187198" y="75311"/>
                </a:lnTo>
                <a:lnTo>
                  <a:pt x="201485" y="75311"/>
                </a:lnTo>
                <a:lnTo>
                  <a:pt x="199008" y="74929"/>
                </a:lnTo>
                <a:close/>
              </a:path>
              <a:path w="501014" h="244475">
                <a:moveTo>
                  <a:pt x="424688" y="72516"/>
                </a:moveTo>
                <a:lnTo>
                  <a:pt x="384063" y="86106"/>
                </a:lnTo>
                <a:lnTo>
                  <a:pt x="361695" y="123825"/>
                </a:lnTo>
                <a:lnTo>
                  <a:pt x="357377" y="160147"/>
                </a:lnTo>
                <a:lnTo>
                  <a:pt x="357500" y="164973"/>
                </a:lnTo>
                <a:lnTo>
                  <a:pt x="357592" y="168600"/>
                </a:lnTo>
                <a:lnTo>
                  <a:pt x="365283" y="206914"/>
                </a:lnTo>
                <a:lnTo>
                  <a:pt x="391540" y="237236"/>
                </a:lnTo>
                <a:lnTo>
                  <a:pt x="420877" y="243966"/>
                </a:lnTo>
                <a:lnTo>
                  <a:pt x="427791" y="243540"/>
                </a:lnTo>
                <a:lnTo>
                  <a:pt x="428314" y="243540"/>
                </a:lnTo>
                <a:lnTo>
                  <a:pt x="462899" y="227536"/>
                </a:lnTo>
                <a:lnTo>
                  <a:pt x="471718" y="219455"/>
                </a:lnTo>
                <a:lnTo>
                  <a:pt x="418338" y="219455"/>
                </a:lnTo>
                <a:lnTo>
                  <a:pt x="412114" y="217677"/>
                </a:lnTo>
                <a:lnTo>
                  <a:pt x="388874" y="180086"/>
                </a:lnTo>
                <a:lnTo>
                  <a:pt x="387603" y="172592"/>
                </a:lnTo>
                <a:lnTo>
                  <a:pt x="386968" y="164973"/>
                </a:lnTo>
                <a:lnTo>
                  <a:pt x="386968" y="149733"/>
                </a:lnTo>
                <a:lnTo>
                  <a:pt x="399288" y="110362"/>
                </a:lnTo>
                <a:lnTo>
                  <a:pt x="419735" y="97027"/>
                </a:lnTo>
                <a:lnTo>
                  <a:pt x="500888" y="97027"/>
                </a:lnTo>
                <a:lnTo>
                  <a:pt x="500888" y="96012"/>
                </a:lnTo>
                <a:lnTo>
                  <a:pt x="472186" y="96012"/>
                </a:lnTo>
                <a:lnTo>
                  <a:pt x="466566" y="90558"/>
                </a:lnTo>
                <a:lnTo>
                  <a:pt x="460946" y="85820"/>
                </a:lnTo>
                <a:lnTo>
                  <a:pt x="455326" y="81795"/>
                </a:lnTo>
                <a:lnTo>
                  <a:pt x="449922" y="78612"/>
                </a:lnTo>
                <a:lnTo>
                  <a:pt x="444088" y="75946"/>
                </a:lnTo>
                <a:lnTo>
                  <a:pt x="437930" y="74040"/>
                </a:lnTo>
                <a:lnTo>
                  <a:pt x="438090" y="74040"/>
                </a:lnTo>
                <a:lnTo>
                  <a:pt x="431445" y="72897"/>
                </a:lnTo>
                <a:lnTo>
                  <a:pt x="431694" y="72897"/>
                </a:lnTo>
                <a:lnTo>
                  <a:pt x="424688" y="72516"/>
                </a:lnTo>
                <a:close/>
              </a:path>
              <a:path w="501014" h="244475">
                <a:moveTo>
                  <a:pt x="494284" y="241300"/>
                </a:moveTo>
                <a:lnTo>
                  <a:pt x="482346" y="241300"/>
                </a:lnTo>
                <a:lnTo>
                  <a:pt x="483997" y="241553"/>
                </a:lnTo>
                <a:lnTo>
                  <a:pt x="492760" y="241553"/>
                </a:lnTo>
                <a:lnTo>
                  <a:pt x="494284" y="241300"/>
                </a:lnTo>
                <a:close/>
              </a:path>
              <a:path w="501014" h="244475">
                <a:moveTo>
                  <a:pt x="500888" y="215646"/>
                </a:moveTo>
                <a:lnTo>
                  <a:pt x="475488" y="215646"/>
                </a:lnTo>
                <a:lnTo>
                  <a:pt x="475614" y="237998"/>
                </a:lnTo>
                <a:lnTo>
                  <a:pt x="481118" y="241300"/>
                </a:lnTo>
                <a:lnTo>
                  <a:pt x="495511" y="241300"/>
                </a:lnTo>
                <a:lnTo>
                  <a:pt x="497204" y="240791"/>
                </a:lnTo>
                <a:lnTo>
                  <a:pt x="499237" y="240029"/>
                </a:lnTo>
                <a:lnTo>
                  <a:pt x="499872" y="239395"/>
                </a:lnTo>
                <a:lnTo>
                  <a:pt x="500252" y="238760"/>
                </a:lnTo>
                <a:lnTo>
                  <a:pt x="500761" y="237998"/>
                </a:lnTo>
                <a:lnTo>
                  <a:pt x="500888" y="215646"/>
                </a:lnTo>
                <a:close/>
              </a:path>
              <a:path w="501014" h="244475">
                <a:moveTo>
                  <a:pt x="500888" y="97027"/>
                </a:moveTo>
                <a:lnTo>
                  <a:pt x="434975" y="97027"/>
                </a:lnTo>
                <a:lnTo>
                  <a:pt x="442467" y="99567"/>
                </a:lnTo>
                <a:lnTo>
                  <a:pt x="449706" y="104648"/>
                </a:lnTo>
                <a:lnTo>
                  <a:pt x="455229" y="108854"/>
                </a:lnTo>
                <a:lnTo>
                  <a:pt x="460755" y="113871"/>
                </a:lnTo>
                <a:lnTo>
                  <a:pt x="466423" y="119810"/>
                </a:lnTo>
                <a:lnTo>
                  <a:pt x="472186" y="126619"/>
                </a:lnTo>
                <a:lnTo>
                  <a:pt x="472186" y="188975"/>
                </a:lnTo>
                <a:lnTo>
                  <a:pt x="443991" y="215137"/>
                </a:lnTo>
                <a:lnTo>
                  <a:pt x="429640" y="219455"/>
                </a:lnTo>
                <a:lnTo>
                  <a:pt x="471718" y="219455"/>
                </a:lnTo>
                <a:lnTo>
                  <a:pt x="475488" y="215646"/>
                </a:lnTo>
                <a:lnTo>
                  <a:pt x="500888" y="215646"/>
                </a:lnTo>
                <a:lnTo>
                  <a:pt x="500888" y="97027"/>
                </a:lnTo>
                <a:close/>
              </a:path>
              <a:path w="501014" h="244475">
                <a:moveTo>
                  <a:pt x="491616" y="0"/>
                </a:moveTo>
                <a:lnTo>
                  <a:pt x="481329" y="0"/>
                </a:lnTo>
                <a:lnTo>
                  <a:pt x="477774" y="508"/>
                </a:lnTo>
                <a:lnTo>
                  <a:pt x="472186" y="96012"/>
                </a:lnTo>
                <a:lnTo>
                  <a:pt x="500888" y="96012"/>
                </a:lnTo>
                <a:lnTo>
                  <a:pt x="500888" y="4572"/>
                </a:lnTo>
                <a:lnTo>
                  <a:pt x="500634" y="3810"/>
                </a:lnTo>
                <a:lnTo>
                  <a:pt x="491616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02786" y="2890392"/>
            <a:ext cx="1162303" cy="245999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57339" y="330314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3508" y="3318255"/>
            <a:ext cx="2766618" cy="30480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836675" y="4383023"/>
            <a:ext cx="4651375" cy="867410"/>
            <a:chOff x="836675" y="4383023"/>
            <a:chExt cx="4651375" cy="86741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5797" y="4694427"/>
              <a:ext cx="4051373" cy="25720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49629" y="4395977"/>
              <a:ext cx="4625340" cy="841375"/>
            </a:xfrm>
            <a:custGeom>
              <a:avLst/>
              <a:gdLst/>
              <a:ahLst/>
              <a:cxnLst/>
              <a:rect l="l" t="t" r="r" b="b"/>
              <a:pathLst>
                <a:path w="4625340" h="841375">
                  <a:moveTo>
                    <a:pt x="0" y="841248"/>
                  </a:moveTo>
                  <a:lnTo>
                    <a:pt x="4625340" y="841248"/>
                  </a:lnTo>
                  <a:lnTo>
                    <a:pt x="462534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25908">
              <a:solidFill>
                <a:srgbClr val="718FA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269" y="349161"/>
            <a:ext cx="3676142" cy="57502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7339" y="159626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26109" y="1611502"/>
            <a:ext cx="4179570" cy="245110"/>
            <a:chOff x="1026109" y="1611502"/>
            <a:chExt cx="4179570" cy="2451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109" y="1611502"/>
              <a:ext cx="1508048" cy="2447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57272" y="1753615"/>
              <a:ext cx="85090" cy="24130"/>
            </a:xfrm>
            <a:custGeom>
              <a:avLst/>
              <a:gdLst/>
              <a:ahLst/>
              <a:cxnLst/>
              <a:rect l="l" t="t" r="r" b="b"/>
              <a:pathLst>
                <a:path w="85089" h="24130">
                  <a:moveTo>
                    <a:pt x="79628" y="0"/>
                  </a:moveTo>
                  <a:lnTo>
                    <a:pt x="4190" y="0"/>
                  </a:lnTo>
                  <a:lnTo>
                    <a:pt x="2539" y="762"/>
                  </a:lnTo>
                  <a:lnTo>
                    <a:pt x="507" y="4318"/>
                  </a:lnTo>
                  <a:lnTo>
                    <a:pt x="0" y="7366"/>
                  </a:lnTo>
                  <a:lnTo>
                    <a:pt x="0" y="16129"/>
                  </a:lnTo>
                  <a:lnTo>
                    <a:pt x="507" y="19176"/>
                  </a:lnTo>
                  <a:lnTo>
                    <a:pt x="2539" y="22860"/>
                  </a:lnTo>
                  <a:lnTo>
                    <a:pt x="4190" y="23749"/>
                  </a:lnTo>
                  <a:lnTo>
                    <a:pt x="80644" y="23749"/>
                  </a:lnTo>
                  <a:lnTo>
                    <a:pt x="82168" y="22860"/>
                  </a:lnTo>
                  <a:lnTo>
                    <a:pt x="84200" y="19431"/>
                  </a:lnTo>
                  <a:lnTo>
                    <a:pt x="84835" y="16256"/>
                  </a:lnTo>
                  <a:lnTo>
                    <a:pt x="84835" y="11684"/>
                  </a:lnTo>
                  <a:lnTo>
                    <a:pt x="84835" y="9525"/>
                  </a:lnTo>
                  <a:lnTo>
                    <a:pt x="80517" y="126"/>
                  </a:lnTo>
                  <a:lnTo>
                    <a:pt x="7962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3383" y="1612264"/>
              <a:ext cx="2522220" cy="243967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757339" y="202298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6"/>
                </a:lnTo>
                <a:lnTo>
                  <a:pt x="0" y="256666"/>
                </a:lnTo>
                <a:lnTo>
                  <a:pt x="222110" y="128396"/>
                </a:lnTo>
                <a:lnTo>
                  <a:pt x="83934" y="128396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6"/>
                </a:lnTo>
                <a:lnTo>
                  <a:pt x="222110" y="128396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043508" y="2038223"/>
            <a:ext cx="1576705" cy="245110"/>
            <a:chOff x="1043508" y="2038223"/>
            <a:chExt cx="1576705" cy="245110"/>
          </a:xfrm>
        </p:grpSpPr>
        <p:sp>
          <p:nvSpPr>
            <p:cNvPr id="11" name="object 11"/>
            <p:cNvSpPr/>
            <p:nvPr/>
          </p:nvSpPr>
          <p:spPr>
            <a:xfrm>
              <a:off x="1043508" y="2038222"/>
              <a:ext cx="836930" cy="245110"/>
            </a:xfrm>
            <a:custGeom>
              <a:avLst/>
              <a:gdLst/>
              <a:ahLst/>
              <a:cxnLst/>
              <a:rect l="l" t="t" r="r" b="b"/>
              <a:pathLst>
                <a:path w="836930" h="245110">
                  <a:moveTo>
                    <a:pt x="243890" y="28194"/>
                  </a:moveTo>
                  <a:lnTo>
                    <a:pt x="243738" y="27051"/>
                  </a:lnTo>
                  <a:lnTo>
                    <a:pt x="243636" y="26162"/>
                  </a:lnTo>
                  <a:lnTo>
                    <a:pt x="243027" y="24765"/>
                  </a:lnTo>
                  <a:lnTo>
                    <a:pt x="242277" y="22860"/>
                  </a:lnTo>
                  <a:lnTo>
                    <a:pt x="242239" y="22733"/>
                  </a:lnTo>
                  <a:lnTo>
                    <a:pt x="241223" y="21336"/>
                  </a:lnTo>
                  <a:lnTo>
                    <a:pt x="239064" y="19177"/>
                  </a:lnTo>
                  <a:lnTo>
                    <a:pt x="237667" y="18415"/>
                  </a:lnTo>
                  <a:lnTo>
                    <a:pt x="236143" y="17780"/>
                  </a:lnTo>
                  <a:lnTo>
                    <a:pt x="234899" y="17399"/>
                  </a:lnTo>
                  <a:lnTo>
                    <a:pt x="235305" y="17399"/>
                  </a:lnTo>
                  <a:lnTo>
                    <a:pt x="232841" y="17018"/>
                  </a:lnTo>
                  <a:lnTo>
                    <a:pt x="208953" y="17018"/>
                  </a:lnTo>
                  <a:lnTo>
                    <a:pt x="188810" y="35814"/>
                  </a:lnTo>
                  <a:lnTo>
                    <a:pt x="122059" y="197739"/>
                  </a:lnTo>
                  <a:lnTo>
                    <a:pt x="121196" y="197739"/>
                  </a:lnTo>
                  <a:lnTo>
                    <a:pt x="59486" y="41529"/>
                  </a:lnTo>
                  <a:lnTo>
                    <a:pt x="57035" y="35306"/>
                  </a:lnTo>
                  <a:lnTo>
                    <a:pt x="56019" y="32258"/>
                  </a:lnTo>
                  <a:lnTo>
                    <a:pt x="54749" y="29464"/>
                  </a:lnTo>
                  <a:lnTo>
                    <a:pt x="34569" y="17018"/>
                  </a:lnTo>
                  <a:lnTo>
                    <a:pt x="9334" y="17018"/>
                  </a:lnTo>
                  <a:lnTo>
                    <a:pt x="6451" y="18034"/>
                  </a:lnTo>
                  <a:lnTo>
                    <a:pt x="3873" y="20193"/>
                  </a:lnTo>
                  <a:lnTo>
                    <a:pt x="1282" y="22225"/>
                  </a:lnTo>
                  <a:lnTo>
                    <a:pt x="0" y="25781"/>
                  </a:lnTo>
                  <a:lnTo>
                    <a:pt x="0" y="237871"/>
                  </a:lnTo>
                  <a:lnTo>
                    <a:pt x="2946" y="240919"/>
                  </a:lnTo>
                  <a:lnTo>
                    <a:pt x="4635" y="241681"/>
                  </a:lnTo>
                  <a:lnTo>
                    <a:pt x="5588" y="241681"/>
                  </a:lnTo>
                  <a:lnTo>
                    <a:pt x="8750" y="242316"/>
                  </a:lnTo>
                  <a:lnTo>
                    <a:pt x="20688" y="242316"/>
                  </a:lnTo>
                  <a:lnTo>
                    <a:pt x="23863" y="241681"/>
                  </a:lnTo>
                  <a:lnTo>
                    <a:pt x="24815" y="241681"/>
                  </a:lnTo>
                  <a:lnTo>
                    <a:pt x="26606" y="240919"/>
                  </a:lnTo>
                  <a:lnTo>
                    <a:pt x="29819" y="237871"/>
                  </a:lnTo>
                  <a:lnTo>
                    <a:pt x="29819" y="41529"/>
                  </a:lnTo>
                  <a:lnTo>
                    <a:pt x="29997" y="41529"/>
                  </a:lnTo>
                  <a:lnTo>
                    <a:pt x="105587" y="237744"/>
                  </a:lnTo>
                  <a:lnTo>
                    <a:pt x="105892" y="238633"/>
                  </a:lnTo>
                  <a:lnTo>
                    <a:pt x="106413" y="239395"/>
                  </a:lnTo>
                  <a:lnTo>
                    <a:pt x="106565" y="239395"/>
                  </a:lnTo>
                  <a:lnTo>
                    <a:pt x="106895" y="239649"/>
                  </a:lnTo>
                  <a:lnTo>
                    <a:pt x="107772" y="240538"/>
                  </a:lnTo>
                  <a:lnTo>
                    <a:pt x="107975" y="240538"/>
                  </a:lnTo>
                  <a:lnTo>
                    <a:pt x="108635" y="240919"/>
                  </a:lnTo>
                  <a:lnTo>
                    <a:pt x="108800" y="240919"/>
                  </a:lnTo>
                  <a:lnTo>
                    <a:pt x="111112" y="241681"/>
                  </a:lnTo>
                  <a:lnTo>
                    <a:pt x="108712" y="241681"/>
                  </a:lnTo>
                  <a:lnTo>
                    <a:pt x="117360" y="242316"/>
                  </a:lnTo>
                  <a:lnTo>
                    <a:pt x="126847" y="242316"/>
                  </a:lnTo>
                  <a:lnTo>
                    <a:pt x="150837" y="197739"/>
                  </a:lnTo>
                  <a:lnTo>
                    <a:pt x="213779" y="41529"/>
                  </a:lnTo>
                  <a:lnTo>
                    <a:pt x="214122" y="41529"/>
                  </a:lnTo>
                  <a:lnTo>
                    <a:pt x="214122" y="237871"/>
                  </a:lnTo>
                  <a:lnTo>
                    <a:pt x="214363" y="238633"/>
                  </a:lnTo>
                  <a:lnTo>
                    <a:pt x="214845" y="239395"/>
                  </a:lnTo>
                  <a:lnTo>
                    <a:pt x="215315" y="240030"/>
                  </a:lnTo>
                  <a:lnTo>
                    <a:pt x="216115" y="240538"/>
                  </a:lnTo>
                  <a:lnTo>
                    <a:pt x="217258" y="240919"/>
                  </a:lnTo>
                  <a:lnTo>
                    <a:pt x="218948" y="241681"/>
                  </a:lnTo>
                  <a:lnTo>
                    <a:pt x="219938" y="241681"/>
                  </a:lnTo>
                  <a:lnTo>
                    <a:pt x="223189" y="242316"/>
                  </a:lnTo>
                  <a:lnTo>
                    <a:pt x="234873" y="242316"/>
                  </a:lnTo>
                  <a:lnTo>
                    <a:pt x="238048" y="241681"/>
                  </a:lnTo>
                  <a:lnTo>
                    <a:pt x="239001" y="241681"/>
                  </a:lnTo>
                  <a:lnTo>
                    <a:pt x="240715" y="240919"/>
                  </a:lnTo>
                  <a:lnTo>
                    <a:pt x="243890" y="237871"/>
                  </a:lnTo>
                  <a:lnTo>
                    <a:pt x="243890" y="41529"/>
                  </a:lnTo>
                  <a:lnTo>
                    <a:pt x="243890" y="28194"/>
                  </a:lnTo>
                  <a:close/>
                </a:path>
                <a:path w="836930" h="245110">
                  <a:moveTo>
                    <a:pt x="433628" y="80137"/>
                  </a:moveTo>
                  <a:lnTo>
                    <a:pt x="428040" y="76073"/>
                  </a:lnTo>
                  <a:lnTo>
                    <a:pt x="427202" y="76073"/>
                  </a:lnTo>
                  <a:lnTo>
                    <a:pt x="424357" y="75692"/>
                  </a:lnTo>
                  <a:lnTo>
                    <a:pt x="414070" y="75692"/>
                  </a:lnTo>
                  <a:lnTo>
                    <a:pt x="411403" y="76073"/>
                  </a:lnTo>
                  <a:lnTo>
                    <a:pt x="410514" y="76073"/>
                  </a:lnTo>
                  <a:lnTo>
                    <a:pt x="404926" y="80137"/>
                  </a:lnTo>
                  <a:lnTo>
                    <a:pt x="404926" y="190119"/>
                  </a:lnTo>
                  <a:lnTo>
                    <a:pt x="398995" y="197027"/>
                  </a:lnTo>
                  <a:lnTo>
                    <a:pt x="367969" y="220091"/>
                  </a:lnTo>
                  <a:lnTo>
                    <a:pt x="355269" y="220091"/>
                  </a:lnTo>
                  <a:lnTo>
                    <a:pt x="328599" y="188341"/>
                  </a:lnTo>
                  <a:lnTo>
                    <a:pt x="327837" y="180975"/>
                  </a:lnTo>
                  <a:lnTo>
                    <a:pt x="327837" y="80137"/>
                  </a:lnTo>
                  <a:lnTo>
                    <a:pt x="327710" y="79375"/>
                  </a:lnTo>
                  <a:lnTo>
                    <a:pt x="322249" y="76073"/>
                  </a:lnTo>
                  <a:lnTo>
                    <a:pt x="321411" y="76073"/>
                  </a:lnTo>
                  <a:lnTo>
                    <a:pt x="318566" y="75692"/>
                  </a:lnTo>
                  <a:lnTo>
                    <a:pt x="308406" y="75692"/>
                  </a:lnTo>
                  <a:lnTo>
                    <a:pt x="305739" y="76073"/>
                  </a:lnTo>
                  <a:lnTo>
                    <a:pt x="304723" y="76073"/>
                  </a:lnTo>
                  <a:lnTo>
                    <a:pt x="303199" y="76454"/>
                  </a:lnTo>
                  <a:lnTo>
                    <a:pt x="300913" y="77470"/>
                  </a:lnTo>
                  <a:lnTo>
                    <a:pt x="300151" y="78105"/>
                  </a:lnTo>
                  <a:lnTo>
                    <a:pt x="299770" y="78740"/>
                  </a:lnTo>
                  <a:lnTo>
                    <a:pt x="299262" y="79375"/>
                  </a:lnTo>
                  <a:lnTo>
                    <a:pt x="299300" y="183870"/>
                  </a:lnTo>
                  <a:lnTo>
                    <a:pt x="299605" y="188341"/>
                  </a:lnTo>
                  <a:lnTo>
                    <a:pt x="299720" y="190119"/>
                  </a:lnTo>
                  <a:lnTo>
                    <a:pt x="311454" y="225425"/>
                  </a:lnTo>
                  <a:lnTo>
                    <a:pt x="315772" y="231394"/>
                  </a:lnTo>
                  <a:lnTo>
                    <a:pt x="354888" y="244729"/>
                  </a:lnTo>
                  <a:lnTo>
                    <a:pt x="360095" y="244398"/>
                  </a:lnTo>
                  <a:lnTo>
                    <a:pt x="361099" y="244398"/>
                  </a:lnTo>
                  <a:lnTo>
                    <a:pt x="400939" y="223329"/>
                  </a:lnTo>
                  <a:lnTo>
                    <a:pt x="404050" y="220091"/>
                  </a:lnTo>
                  <a:lnTo>
                    <a:pt x="407593" y="216408"/>
                  </a:lnTo>
                  <a:lnTo>
                    <a:pt x="407593" y="237998"/>
                  </a:lnTo>
                  <a:lnTo>
                    <a:pt x="407847" y="238760"/>
                  </a:lnTo>
                  <a:lnTo>
                    <a:pt x="408228" y="239395"/>
                  </a:lnTo>
                  <a:lnTo>
                    <a:pt x="408482" y="240030"/>
                  </a:lnTo>
                  <a:lnTo>
                    <a:pt x="409244" y="240665"/>
                  </a:lnTo>
                  <a:lnTo>
                    <a:pt x="410133" y="241046"/>
                  </a:lnTo>
                  <a:lnTo>
                    <a:pt x="411149" y="241554"/>
                  </a:lnTo>
                  <a:lnTo>
                    <a:pt x="412838" y="242062"/>
                  </a:lnTo>
                  <a:lnTo>
                    <a:pt x="414197" y="242062"/>
                  </a:lnTo>
                  <a:lnTo>
                    <a:pt x="415848" y="242316"/>
                  </a:lnTo>
                  <a:lnTo>
                    <a:pt x="425119" y="242316"/>
                  </a:lnTo>
                  <a:lnTo>
                    <a:pt x="426770" y="242062"/>
                  </a:lnTo>
                  <a:lnTo>
                    <a:pt x="428117" y="242062"/>
                  </a:lnTo>
                  <a:lnTo>
                    <a:pt x="429818" y="241554"/>
                  </a:lnTo>
                  <a:lnTo>
                    <a:pt x="430834" y="241046"/>
                  </a:lnTo>
                  <a:lnTo>
                    <a:pt x="431977" y="240665"/>
                  </a:lnTo>
                  <a:lnTo>
                    <a:pt x="432612" y="240030"/>
                  </a:lnTo>
                  <a:lnTo>
                    <a:pt x="432904" y="239522"/>
                  </a:lnTo>
                  <a:lnTo>
                    <a:pt x="432993" y="239395"/>
                  </a:lnTo>
                  <a:lnTo>
                    <a:pt x="433501" y="238760"/>
                  </a:lnTo>
                  <a:lnTo>
                    <a:pt x="433628" y="237998"/>
                  </a:lnTo>
                  <a:lnTo>
                    <a:pt x="433628" y="216408"/>
                  </a:lnTo>
                  <a:lnTo>
                    <a:pt x="433628" y="80137"/>
                  </a:lnTo>
                  <a:close/>
                </a:path>
                <a:path w="836930" h="245110">
                  <a:moveTo>
                    <a:pt x="514527" y="4572"/>
                  </a:moveTo>
                  <a:lnTo>
                    <a:pt x="514273" y="3683"/>
                  </a:lnTo>
                  <a:lnTo>
                    <a:pt x="513765" y="3048"/>
                  </a:lnTo>
                  <a:lnTo>
                    <a:pt x="513384" y="2286"/>
                  </a:lnTo>
                  <a:lnTo>
                    <a:pt x="512622" y="1778"/>
                  </a:lnTo>
                  <a:lnTo>
                    <a:pt x="510590" y="762"/>
                  </a:lnTo>
                  <a:lnTo>
                    <a:pt x="509066" y="508"/>
                  </a:lnTo>
                  <a:lnTo>
                    <a:pt x="505383" y="0"/>
                  </a:lnTo>
                  <a:lnTo>
                    <a:pt x="495096" y="0"/>
                  </a:lnTo>
                  <a:lnTo>
                    <a:pt x="486079" y="3683"/>
                  </a:lnTo>
                  <a:lnTo>
                    <a:pt x="486079" y="238760"/>
                  </a:lnTo>
                  <a:lnTo>
                    <a:pt x="486460" y="239395"/>
                  </a:lnTo>
                  <a:lnTo>
                    <a:pt x="486968" y="240030"/>
                  </a:lnTo>
                  <a:lnTo>
                    <a:pt x="487730" y="240665"/>
                  </a:lnTo>
                  <a:lnTo>
                    <a:pt x="488746" y="241046"/>
                  </a:lnTo>
                  <a:lnTo>
                    <a:pt x="489889" y="241554"/>
                  </a:lnTo>
                  <a:lnTo>
                    <a:pt x="491744" y="242062"/>
                  </a:lnTo>
                  <a:lnTo>
                    <a:pt x="493191" y="242062"/>
                  </a:lnTo>
                  <a:lnTo>
                    <a:pt x="495096" y="242316"/>
                  </a:lnTo>
                  <a:lnTo>
                    <a:pt x="505383" y="242316"/>
                  </a:lnTo>
                  <a:lnTo>
                    <a:pt x="507288" y="242062"/>
                  </a:lnTo>
                  <a:lnTo>
                    <a:pt x="508558" y="242062"/>
                  </a:lnTo>
                  <a:lnTo>
                    <a:pt x="510590" y="241554"/>
                  </a:lnTo>
                  <a:lnTo>
                    <a:pt x="511606" y="241046"/>
                  </a:lnTo>
                  <a:lnTo>
                    <a:pt x="512622" y="240665"/>
                  </a:lnTo>
                  <a:lnTo>
                    <a:pt x="513384" y="240030"/>
                  </a:lnTo>
                  <a:lnTo>
                    <a:pt x="513765" y="239395"/>
                  </a:lnTo>
                  <a:lnTo>
                    <a:pt x="514273" y="238760"/>
                  </a:lnTo>
                  <a:lnTo>
                    <a:pt x="514527" y="237998"/>
                  </a:lnTo>
                  <a:lnTo>
                    <a:pt x="514527" y="4572"/>
                  </a:lnTo>
                  <a:close/>
                </a:path>
                <a:path w="836930" h="245110">
                  <a:moveTo>
                    <a:pt x="647877" y="86233"/>
                  </a:moveTo>
                  <a:lnTo>
                    <a:pt x="647750" y="84455"/>
                  </a:lnTo>
                  <a:lnTo>
                    <a:pt x="647242" y="81407"/>
                  </a:lnTo>
                  <a:lnTo>
                    <a:pt x="646861" y="80137"/>
                  </a:lnTo>
                  <a:lnTo>
                    <a:pt x="646353" y="79248"/>
                  </a:lnTo>
                  <a:lnTo>
                    <a:pt x="645845" y="78232"/>
                  </a:lnTo>
                  <a:lnTo>
                    <a:pt x="645210" y="77597"/>
                  </a:lnTo>
                  <a:lnTo>
                    <a:pt x="644575" y="77089"/>
                  </a:lnTo>
                  <a:lnTo>
                    <a:pt x="643813" y="76708"/>
                  </a:lnTo>
                  <a:lnTo>
                    <a:pt x="602030" y="76708"/>
                  </a:lnTo>
                  <a:lnTo>
                    <a:pt x="602030" y="38608"/>
                  </a:lnTo>
                  <a:lnTo>
                    <a:pt x="594791" y="34163"/>
                  </a:lnTo>
                  <a:lnTo>
                    <a:pt x="580694" y="34163"/>
                  </a:lnTo>
                  <a:lnTo>
                    <a:pt x="574090" y="37211"/>
                  </a:lnTo>
                  <a:lnTo>
                    <a:pt x="573582" y="37846"/>
                  </a:lnTo>
                  <a:lnTo>
                    <a:pt x="573455" y="38608"/>
                  </a:lnTo>
                  <a:lnTo>
                    <a:pt x="573455" y="76708"/>
                  </a:lnTo>
                  <a:lnTo>
                    <a:pt x="549960" y="76708"/>
                  </a:lnTo>
                  <a:lnTo>
                    <a:pt x="549198" y="77089"/>
                  </a:lnTo>
                  <a:lnTo>
                    <a:pt x="548563" y="77597"/>
                  </a:lnTo>
                  <a:lnTo>
                    <a:pt x="547928" y="78232"/>
                  </a:lnTo>
                  <a:lnTo>
                    <a:pt x="547420" y="79248"/>
                  </a:lnTo>
                  <a:lnTo>
                    <a:pt x="546912" y="80137"/>
                  </a:lnTo>
                  <a:lnTo>
                    <a:pt x="546658" y="81407"/>
                  </a:lnTo>
                  <a:lnTo>
                    <a:pt x="546277" y="82931"/>
                  </a:lnTo>
                  <a:lnTo>
                    <a:pt x="546023" y="84455"/>
                  </a:lnTo>
                  <a:lnTo>
                    <a:pt x="549833" y="100330"/>
                  </a:lnTo>
                  <a:lnTo>
                    <a:pt x="573455" y="100330"/>
                  </a:lnTo>
                  <a:lnTo>
                    <a:pt x="573455" y="200533"/>
                  </a:lnTo>
                  <a:lnTo>
                    <a:pt x="574217" y="208280"/>
                  </a:lnTo>
                  <a:lnTo>
                    <a:pt x="576211" y="215900"/>
                  </a:lnTo>
                  <a:lnTo>
                    <a:pt x="577646" y="221615"/>
                  </a:lnTo>
                  <a:lnTo>
                    <a:pt x="580313" y="227076"/>
                  </a:lnTo>
                  <a:lnTo>
                    <a:pt x="583996" y="231394"/>
                  </a:lnTo>
                  <a:lnTo>
                    <a:pt x="587679" y="235839"/>
                  </a:lnTo>
                  <a:lnTo>
                    <a:pt x="592505" y="239014"/>
                  </a:lnTo>
                  <a:lnTo>
                    <a:pt x="604050" y="243332"/>
                  </a:lnTo>
                  <a:lnTo>
                    <a:pt x="610920" y="244348"/>
                  </a:lnTo>
                  <a:lnTo>
                    <a:pt x="623493" y="244348"/>
                  </a:lnTo>
                  <a:lnTo>
                    <a:pt x="646480" y="235839"/>
                  </a:lnTo>
                  <a:lnTo>
                    <a:pt x="646607" y="235585"/>
                  </a:lnTo>
                  <a:lnTo>
                    <a:pt x="647115" y="233553"/>
                  </a:lnTo>
                  <a:lnTo>
                    <a:pt x="647623" y="231648"/>
                  </a:lnTo>
                  <a:lnTo>
                    <a:pt x="647877" y="228981"/>
                  </a:lnTo>
                  <a:lnTo>
                    <a:pt x="647877" y="223520"/>
                  </a:lnTo>
                  <a:lnTo>
                    <a:pt x="647750" y="221869"/>
                  </a:lnTo>
                  <a:lnTo>
                    <a:pt x="647395" y="219964"/>
                  </a:lnTo>
                  <a:lnTo>
                    <a:pt x="647357" y="219710"/>
                  </a:lnTo>
                  <a:lnTo>
                    <a:pt x="647242" y="219075"/>
                  </a:lnTo>
                  <a:lnTo>
                    <a:pt x="647128" y="218567"/>
                  </a:lnTo>
                  <a:lnTo>
                    <a:pt x="647014" y="218059"/>
                  </a:lnTo>
                  <a:lnTo>
                    <a:pt x="646734" y="217170"/>
                  </a:lnTo>
                  <a:lnTo>
                    <a:pt x="646353" y="216281"/>
                  </a:lnTo>
                  <a:lnTo>
                    <a:pt x="646061" y="215900"/>
                  </a:lnTo>
                  <a:lnTo>
                    <a:pt x="646214" y="215900"/>
                  </a:lnTo>
                  <a:lnTo>
                    <a:pt x="644448" y="215011"/>
                  </a:lnTo>
                  <a:lnTo>
                    <a:pt x="642924" y="215011"/>
                  </a:lnTo>
                  <a:lnTo>
                    <a:pt x="641908" y="215265"/>
                  </a:lnTo>
                  <a:lnTo>
                    <a:pt x="640765" y="215900"/>
                  </a:lnTo>
                  <a:lnTo>
                    <a:pt x="636574" y="217551"/>
                  </a:lnTo>
                  <a:lnTo>
                    <a:pt x="634923" y="218059"/>
                  </a:lnTo>
                  <a:lnTo>
                    <a:pt x="633145" y="218567"/>
                  </a:lnTo>
                  <a:lnTo>
                    <a:pt x="630986" y="219075"/>
                  </a:lnTo>
                  <a:lnTo>
                    <a:pt x="628954" y="219710"/>
                  </a:lnTo>
                  <a:lnTo>
                    <a:pt x="626541" y="219964"/>
                  </a:lnTo>
                  <a:lnTo>
                    <a:pt x="615746" y="219964"/>
                  </a:lnTo>
                  <a:lnTo>
                    <a:pt x="610019" y="217170"/>
                  </a:lnTo>
                  <a:lnTo>
                    <a:pt x="603669" y="206248"/>
                  </a:lnTo>
                  <a:lnTo>
                    <a:pt x="602030" y="198120"/>
                  </a:lnTo>
                  <a:lnTo>
                    <a:pt x="602030" y="100330"/>
                  </a:lnTo>
                  <a:lnTo>
                    <a:pt x="643813" y="100330"/>
                  </a:lnTo>
                  <a:lnTo>
                    <a:pt x="645210" y="99314"/>
                  </a:lnTo>
                  <a:lnTo>
                    <a:pt x="646226" y="97536"/>
                  </a:lnTo>
                  <a:lnTo>
                    <a:pt x="647242" y="95631"/>
                  </a:lnTo>
                  <a:lnTo>
                    <a:pt x="647877" y="92710"/>
                  </a:lnTo>
                  <a:lnTo>
                    <a:pt x="647877" y="86233"/>
                  </a:lnTo>
                  <a:close/>
                </a:path>
                <a:path w="836930" h="245110">
                  <a:moveTo>
                    <a:pt x="714171" y="80264"/>
                  </a:moveTo>
                  <a:lnTo>
                    <a:pt x="713917" y="79502"/>
                  </a:lnTo>
                  <a:lnTo>
                    <a:pt x="713409" y="78740"/>
                  </a:lnTo>
                  <a:lnTo>
                    <a:pt x="713028" y="78105"/>
                  </a:lnTo>
                  <a:lnTo>
                    <a:pt x="712266" y="77470"/>
                  </a:lnTo>
                  <a:lnTo>
                    <a:pt x="711250" y="77089"/>
                  </a:lnTo>
                  <a:lnTo>
                    <a:pt x="710234" y="76581"/>
                  </a:lnTo>
                  <a:lnTo>
                    <a:pt x="708710" y="76200"/>
                  </a:lnTo>
                  <a:lnTo>
                    <a:pt x="706932" y="75946"/>
                  </a:lnTo>
                  <a:lnTo>
                    <a:pt x="705027" y="75819"/>
                  </a:lnTo>
                  <a:lnTo>
                    <a:pt x="694740" y="75819"/>
                  </a:lnTo>
                  <a:lnTo>
                    <a:pt x="692835" y="75946"/>
                  </a:lnTo>
                  <a:lnTo>
                    <a:pt x="690930" y="76200"/>
                  </a:lnTo>
                  <a:lnTo>
                    <a:pt x="689533" y="76581"/>
                  </a:lnTo>
                  <a:lnTo>
                    <a:pt x="688390" y="77089"/>
                  </a:lnTo>
                  <a:lnTo>
                    <a:pt x="687374" y="77470"/>
                  </a:lnTo>
                  <a:lnTo>
                    <a:pt x="686612" y="78105"/>
                  </a:lnTo>
                  <a:lnTo>
                    <a:pt x="686104" y="78740"/>
                  </a:lnTo>
                  <a:lnTo>
                    <a:pt x="685723" y="79502"/>
                  </a:lnTo>
                  <a:lnTo>
                    <a:pt x="685723" y="238760"/>
                  </a:lnTo>
                  <a:lnTo>
                    <a:pt x="686104" y="239395"/>
                  </a:lnTo>
                  <a:lnTo>
                    <a:pt x="686612" y="240030"/>
                  </a:lnTo>
                  <a:lnTo>
                    <a:pt x="687374" y="240665"/>
                  </a:lnTo>
                  <a:lnTo>
                    <a:pt x="688390" y="241046"/>
                  </a:lnTo>
                  <a:lnTo>
                    <a:pt x="689533" y="241554"/>
                  </a:lnTo>
                  <a:lnTo>
                    <a:pt x="691388" y="242062"/>
                  </a:lnTo>
                  <a:lnTo>
                    <a:pt x="692835" y="242062"/>
                  </a:lnTo>
                  <a:lnTo>
                    <a:pt x="694740" y="242316"/>
                  </a:lnTo>
                  <a:lnTo>
                    <a:pt x="705027" y="242316"/>
                  </a:lnTo>
                  <a:lnTo>
                    <a:pt x="706932" y="242062"/>
                  </a:lnTo>
                  <a:lnTo>
                    <a:pt x="708202" y="242062"/>
                  </a:lnTo>
                  <a:lnTo>
                    <a:pt x="710234" y="241554"/>
                  </a:lnTo>
                  <a:lnTo>
                    <a:pt x="711250" y="241046"/>
                  </a:lnTo>
                  <a:lnTo>
                    <a:pt x="712266" y="240665"/>
                  </a:lnTo>
                  <a:lnTo>
                    <a:pt x="713028" y="240030"/>
                  </a:lnTo>
                  <a:lnTo>
                    <a:pt x="713409" y="239395"/>
                  </a:lnTo>
                  <a:lnTo>
                    <a:pt x="713917" y="238760"/>
                  </a:lnTo>
                  <a:lnTo>
                    <a:pt x="714171" y="237998"/>
                  </a:lnTo>
                  <a:lnTo>
                    <a:pt x="714171" y="80264"/>
                  </a:lnTo>
                  <a:close/>
                </a:path>
                <a:path w="836930" h="245110">
                  <a:moveTo>
                    <a:pt x="717473" y="21717"/>
                  </a:moveTo>
                  <a:lnTo>
                    <a:pt x="716229" y="17399"/>
                  </a:lnTo>
                  <a:lnTo>
                    <a:pt x="711250" y="12573"/>
                  </a:lnTo>
                  <a:lnTo>
                    <a:pt x="706678" y="11303"/>
                  </a:lnTo>
                  <a:lnTo>
                    <a:pt x="693089" y="11303"/>
                  </a:lnTo>
                  <a:lnTo>
                    <a:pt x="688390" y="12573"/>
                  </a:lnTo>
                  <a:lnTo>
                    <a:pt x="683310" y="17399"/>
                  </a:lnTo>
                  <a:lnTo>
                    <a:pt x="682104" y="21717"/>
                  </a:lnTo>
                  <a:lnTo>
                    <a:pt x="682040" y="35306"/>
                  </a:lnTo>
                  <a:lnTo>
                    <a:pt x="683310" y="39751"/>
                  </a:lnTo>
                  <a:lnTo>
                    <a:pt x="688263" y="44450"/>
                  </a:lnTo>
                  <a:lnTo>
                    <a:pt x="692835" y="45720"/>
                  </a:lnTo>
                  <a:lnTo>
                    <a:pt x="706424" y="45720"/>
                  </a:lnTo>
                  <a:lnTo>
                    <a:pt x="711123" y="44450"/>
                  </a:lnTo>
                  <a:lnTo>
                    <a:pt x="716064" y="39751"/>
                  </a:lnTo>
                  <a:lnTo>
                    <a:pt x="717397" y="35306"/>
                  </a:lnTo>
                  <a:lnTo>
                    <a:pt x="717473" y="21717"/>
                  </a:lnTo>
                  <a:close/>
                </a:path>
                <a:path w="836930" h="245110">
                  <a:moveTo>
                    <a:pt x="836599" y="151638"/>
                  </a:moveTo>
                  <a:lnTo>
                    <a:pt x="831392" y="142113"/>
                  </a:lnTo>
                  <a:lnTo>
                    <a:pt x="755954" y="142113"/>
                  </a:lnTo>
                  <a:lnTo>
                    <a:pt x="754303" y="142875"/>
                  </a:lnTo>
                  <a:lnTo>
                    <a:pt x="752271" y="146431"/>
                  </a:lnTo>
                  <a:lnTo>
                    <a:pt x="751763" y="149479"/>
                  </a:lnTo>
                  <a:lnTo>
                    <a:pt x="751763" y="158242"/>
                  </a:lnTo>
                  <a:lnTo>
                    <a:pt x="752271" y="161290"/>
                  </a:lnTo>
                  <a:lnTo>
                    <a:pt x="754303" y="164973"/>
                  </a:lnTo>
                  <a:lnTo>
                    <a:pt x="755954" y="165862"/>
                  </a:lnTo>
                  <a:lnTo>
                    <a:pt x="832408" y="165862"/>
                  </a:lnTo>
                  <a:lnTo>
                    <a:pt x="833932" y="164973"/>
                  </a:lnTo>
                  <a:lnTo>
                    <a:pt x="835964" y="161544"/>
                  </a:lnTo>
                  <a:lnTo>
                    <a:pt x="836599" y="158369"/>
                  </a:lnTo>
                  <a:lnTo>
                    <a:pt x="836599" y="153797"/>
                  </a:lnTo>
                  <a:lnTo>
                    <a:pt x="836599" y="15163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1383" y="2038985"/>
              <a:ext cx="698754" cy="24396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8924" y="2049526"/>
            <a:ext cx="1328250" cy="23342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57339" y="244970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043508" y="2465704"/>
            <a:ext cx="3948429" cy="244475"/>
            <a:chOff x="1043508" y="2465704"/>
            <a:chExt cx="3948429" cy="24447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3508" y="2476245"/>
              <a:ext cx="1100378" cy="2334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80844" y="2465704"/>
              <a:ext cx="1628775" cy="244475"/>
            </a:xfrm>
            <a:custGeom>
              <a:avLst/>
              <a:gdLst/>
              <a:ahLst/>
              <a:cxnLst/>
              <a:rect l="l" t="t" r="r" b="b"/>
              <a:pathLst>
                <a:path w="1628775" h="244475">
                  <a:moveTo>
                    <a:pt x="84836" y="150876"/>
                  </a:moveTo>
                  <a:lnTo>
                    <a:pt x="79629" y="141351"/>
                  </a:lnTo>
                  <a:lnTo>
                    <a:pt x="4191" y="141351"/>
                  </a:lnTo>
                  <a:lnTo>
                    <a:pt x="2540" y="142113"/>
                  </a:lnTo>
                  <a:lnTo>
                    <a:pt x="508" y="145669"/>
                  </a:lnTo>
                  <a:lnTo>
                    <a:pt x="0" y="148717"/>
                  </a:lnTo>
                  <a:lnTo>
                    <a:pt x="0" y="157480"/>
                  </a:lnTo>
                  <a:lnTo>
                    <a:pt x="508" y="160528"/>
                  </a:lnTo>
                  <a:lnTo>
                    <a:pt x="2540" y="164211"/>
                  </a:lnTo>
                  <a:lnTo>
                    <a:pt x="4191" y="165100"/>
                  </a:lnTo>
                  <a:lnTo>
                    <a:pt x="80645" y="165100"/>
                  </a:lnTo>
                  <a:lnTo>
                    <a:pt x="82169" y="164211"/>
                  </a:lnTo>
                  <a:lnTo>
                    <a:pt x="84201" y="160782"/>
                  </a:lnTo>
                  <a:lnTo>
                    <a:pt x="84836" y="157607"/>
                  </a:lnTo>
                  <a:lnTo>
                    <a:pt x="84836" y="153035"/>
                  </a:lnTo>
                  <a:lnTo>
                    <a:pt x="84836" y="150876"/>
                  </a:lnTo>
                  <a:close/>
                </a:path>
                <a:path w="1628775" h="244475">
                  <a:moveTo>
                    <a:pt x="340868" y="78105"/>
                  </a:moveTo>
                  <a:lnTo>
                    <a:pt x="340487" y="77470"/>
                  </a:lnTo>
                  <a:lnTo>
                    <a:pt x="340106" y="76962"/>
                  </a:lnTo>
                  <a:lnTo>
                    <a:pt x="339344" y="76454"/>
                  </a:lnTo>
                  <a:lnTo>
                    <a:pt x="338823" y="76200"/>
                  </a:lnTo>
                  <a:lnTo>
                    <a:pt x="337439" y="75438"/>
                  </a:lnTo>
                  <a:lnTo>
                    <a:pt x="317627" y="75438"/>
                  </a:lnTo>
                  <a:lnTo>
                    <a:pt x="316865" y="75565"/>
                  </a:lnTo>
                  <a:lnTo>
                    <a:pt x="315468" y="76200"/>
                  </a:lnTo>
                  <a:lnTo>
                    <a:pt x="314706" y="76454"/>
                  </a:lnTo>
                  <a:lnTo>
                    <a:pt x="313944" y="76962"/>
                  </a:lnTo>
                  <a:lnTo>
                    <a:pt x="312928" y="78486"/>
                  </a:lnTo>
                  <a:lnTo>
                    <a:pt x="312762" y="78867"/>
                  </a:lnTo>
                  <a:lnTo>
                    <a:pt x="312648" y="79121"/>
                  </a:lnTo>
                  <a:lnTo>
                    <a:pt x="312547" y="79375"/>
                  </a:lnTo>
                  <a:lnTo>
                    <a:pt x="312420" y="79883"/>
                  </a:lnTo>
                  <a:lnTo>
                    <a:pt x="312293" y="80391"/>
                  </a:lnTo>
                  <a:lnTo>
                    <a:pt x="275209" y="209042"/>
                  </a:lnTo>
                  <a:lnTo>
                    <a:pt x="274955" y="210693"/>
                  </a:lnTo>
                  <a:lnTo>
                    <a:pt x="274701" y="209042"/>
                  </a:lnTo>
                  <a:lnTo>
                    <a:pt x="249097" y="120650"/>
                  </a:lnTo>
                  <a:lnTo>
                    <a:pt x="237426" y="80391"/>
                  </a:lnTo>
                  <a:lnTo>
                    <a:pt x="237159" y="79375"/>
                  </a:lnTo>
                  <a:lnTo>
                    <a:pt x="237109" y="79121"/>
                  </a:lnTo>
                  <a:lnTo>
                    <a:pt x="237020" y="78867"/>
                  </a:lnTo>
                  <a:lnTo>
                    <a:pt x="236893" y="78486"/>
                  </a:lnTo>
                  <a:lnTo>
                    <a:pt x="236651" y="78105"/>
                  </a:lnTo>
                  <a:lnTo>
                    <a:pt x="236347" y="77724"/>
                  </a:lnTo>
                  <a:lnTo>
                    <a:pt x="235839" y="76962"/>
                  </a:lnTo>
                  <a:lnTo>
                    <a:pt x="235077" y="76454"/>
                  </a:lnTo>
                  <a:lnTo>
                    <a:pt x="234391" y="76200"/>
                  </a:lnTo>
                  <a:lnTo>
                    <a:pt x="233045" y="75565"/>
                  </a:lnTo>
                  <a:lnTo>
                    <a:pt x="232333" y="75438"/>
                  </a:lnTo>
                  <a:lnTo>
                    <a:pt x="213423" y="75438"/>
                  </a:lnTo>
                  <a:lnTo>
                    <a:pt x="212725" y="75565"/>
                  </a:lnTo>
                  <a:lnTo>
                    <a:pt x="211366" y="76200"/>
                  </a:lnTo>
                  <a:lnTo>
                    <a:pt x="210693" y="76454"/>
                  </a:lnTo>
                  <a:lnTo>
                    <a:pt x="209931" y="76962"/>
                  </a:lnTo>
                  <a:lnTo>
                    <a:pt x="209423" y="77724"/>
                  </a:lnTo>
                  <a:lnTo>
                    <a:pt x="208788" y="78486"/>
                  </a:lnTo>
                  <a:lnTo>
                    <a:pt x="173736" y="209042"/>
                  </a:lnTo>
                  <a:lnTo>
                    <a:pt x="173355" y="210693"/>
                  </a:lnTo>
                  <a:lnTo>
                    <a:pt x="173101" y="209042"/>
                  </a:lnTo>
                  <a:lnTo>
                    <a:pt x="135382" y="80391"/>
                  </a:lnTo>
                  <a:lnTo>
                    <a:pt x="135255" y="79883"/>
                  </a:lnTo>
                  <a:lnTo>
                    <a:pt x="135128" y="79375"/>
                  </a:lnTo>
                  <a:lnTo>
                    <a:pt x="134620" y="78486"/>
                  </a:lnTo>
                  <a:lnTo>
                    <a:pt x="134239" y="77724"/>
                  </a:lnTo>
                  <a:lnTo>
                    <a:pt x="133731" y="76962"/>
                  </a:lnTo>
                  <a:lnTo>
                    <a:pt x="132969" y="76454"/>
                  </a:lnTo>
                  <a:lnTo>
                    <a:pt x="132283" y="76200"/>
                  </a:lnTo>
                  <a:lnTo>
                    <a:pt x="130937" y="75565"/>
                  </a:lnTo>
                  <a:lnTo>
                    <a:pt x="130162" y="75438"/>
                  </a:lnTo>
                  <a:lnTo>
                    <a:pt x="109601" y="75438"/>
                  </a:lnTo>
                  <a:lnTo>
                    <a:pt x="107315" y="76200"/>
                  </a:lnTo>
                  <a:lnTo>
                    <a:pt x="106997" y="76454"/>
                  </a:lnTo>
                  <a:lnTo>
                    <a:pt x="106476" y="76962"/>
                  </a:lnTo>
                  <a:lnTo>
                    <a:pt x="106172" y="77470"/>
                  </a:lnTo>
                  <a:lnTo>
                    <a:pt x="105664" y="78105"/>
                  </a:lnTo>
                  <a:lnTo>
                    <a:pt x="152527" y="235458"/>
                  </a:lnTo>
                  <a:lnTo>
                    <a:pt x="154178" y="238379"/>
                  </a:lnTo>
                  <a:lnTo>
                    <a:pt x="154901" y="239395"/>
                  </a:lnTo>
                  <a:lnTo>
                    <a:pt x="155028" y="239395"/>
                  </a:lnTo>
                  <a:lnTo>
                    <a:pt x="156171" y="240030"/>
                  </a:lnTo>
                  <a:lnTo>
                    <a:pt x="156413" y="240030"/>
                  </a:lnTo>
                  <a:lnTo>
                    <a:pt x="157353" y="240284"/>
                  </a:lnTo>
                  <a:lnTo>
                    <a:pt x="159092" y="240919"/>
                  </a:lnTo>
                  <a:lnTo>
                    <a:pt x="159385" y="240919"/>
                  </a:lnTo>
                  <a:lnTo>
                    <a:pt x="161290" y="241300"/>
                  </a:lnTo>
                  <a:lnTo>
                    <a:pt x="162941" y="241300"/>
                  </a:lnTo>
                  <a:lnTo>
                    <a:pt x="165100" y="241554"/>
                  </a:lnTo>
                  <a:lnTo>
                    <a:pt x="178181" y="241554"/>
                  </a:lnTo>
                  <a:lnTo>
                    <a:pt x="182753" y="241300"/>
                  </a:lnTo>
                  <a:lnTo>
                    <a:pt x="197891" y="210693"/>
                  </a:lnTo>
                  <a:lnTo>
                    <a:pt x="221615" y="122174"/>
                  </a:lnTo>
                  <a:lnTo>
                    <a:pt x="221996" y="120650"/>
                  </a:lnTo>
                  <a:lnTo>
                    <a:pt x="222250" y="122174"/>
                  </a:lnTo>
                  <a:lnTo>
                    <a:pt x="255016" y="235458"/>
                  </a:lnTo>
                  <a:lnTo>
                    <a:pt x="255397" y="236601"/>
                  </a:lnTo>
                  <a:lnTo>
                    <a:pt x="256032" y="237744"/>
                  </a:lnTo>
                  <a:lnTo>
                    <a:pt x="256667" y="238379"/>
                  </a:lnTo>
                  <a:lnTo>
                    <a:pt x="256844" y="238633"/>
                  </a:lnTo>
                  <a:lnTo>
                    <a:pt x="257492" y="239395"/>
                  </a:lnTo>
                  <a:lnTo>
                    <a:pt x="258521" y="240030"/>
                  </a:lnTo>
                  <a:lnTo>
                    <a:pt x="258826" y="240030"/>
                  </a:lnTo>
                  <a:lnTo>
                    <a:pt x="259842" y="240284"/>
                  </a:lnTo>
                  <a:lnTo>
                    <a:pt x="261581" y="240919"/>
                  </a:lnTo>
                  <a:lnTo>
                    <a:pt x="261874" y="240919"/>
                  </a:lnTo>
                  <a:lnTo>
                    <a:pt x="263779" y="241300"/>
                  </a:lnTo>
                  <a:lnTo>
                    <a:pt x="265684" y="241300"/>
                  </a:lnTo>
                  <a:lnTo>
                    <a:pt x="268097" y="241554"/>
                  </a:lnTo>
                  <a:lnTo>
                    <a:pt x="281051" y="241554"/>
                  </a:lnTo>
                  <a:lnTo>
                    <a:pt x="293497" y="235458"/>
                  </a:lnTo>
                  <a:lnTo>
                    <a:pt x="301167" y="210693"/>
                  </a:lnTo>
                  <a:lnTo>
                    <a:pt x="339471" y="87249"/>
                  </a:lnTo>
                  <a:lnTo>
                    <a:pt x="340106" y="85471"/>
                  </a:lnTo>
                  <a:lnTo>
                    <a:pt x="340487" y="84074"/>
                  </a:lnTo>
                  <a:lnTo>
                    <a:pt x="340741" y="82931"/>
                  </a:lnTo>
                  <a:lnTo>
                    <a:pt x="340868" y="78105"/>
                  </a:lnTo>
                  <a:close/>
                </a:path>
                <a:path w="1628775" h="244475">
                  <a:moveTo>
                    <a:pt x="405892" y="79502"/>
                  </a:moveTo>
                  <a:lnTo>
                    <a:pt x="405638" y="78740"/>
                  </a:lnTo>
                  <a:lnTo>
                    <a:pt x="405130" y="77978"/>
                  </a:lnTo>
                  <a:lnTo>
                    <a:pt x="404749" y="77343"/>
                  </a:lnTo>
                  <a:lnTo>
                    <a:pt x="403987" y="76708"/>
                  </a:lnTo>
                  <a:lnTo>
                    <a:pt x="402971" y="76327"/>
                  </a:lnTo>
                  <a:lnTo>
                    <a:pt x="401955" y="75819"/>
                  </a:lnTo>
                  <a:lnTo>
                    <a:pt x="400431" y="75438"/>
                  </a:lnTo>
                  <a:lnTo>
                    <a:pt x="398653" y="75184"/>
                  </a:lnTo>
                  <a:lnTo>
                    <a:pt x="384556" y="75184"/>
                  </a:lnTo>
                  <a:lnTo>
                    <a:pt x="382651" y="75438"/>
                  </a:lnTo>
                  <a:lnTo>
                    <a:pt x="381254" y="75819"/>
                  </a:lnTo>
                  <a:lnTo>
                    <a:pt x="380111" y="76327"/>
                  </a:lnTo>
                  <a:lnTo>
                    <a:pt x="379095" y="76708"/>
                  </a:lnTo>
                  <a:lnTo>
                    <a:pt x="378333" y="77343"/>
                  </a:lnTo>
                  <a:lnTo>
                    <a:pt x="377825" y="77978"/>
                  </a:lnTo>
                  <a:lnTo>
                    <a:pt x="377444" y="78740"/>
                  </a:lnTo>
                  <a:lnTo>
                    <a:pt x="377444" y="237998"/>
                  </a:lnTo>
                  <a:lnTo>
                    <a:pt x="377825" y="238633"/>
                  </a:lnTo>
                  <a:lnTo>
                    <a:pt x="378333" y="239268"/>
                  </a:lnTo>
                  <a:lnTo>
                    <a:pt x="379095" y="239903"/>
                  </a:lnTo>
                  <a:lnTo>
                    <a:pt x="380111" y="240284"/>
                  </a:lnTo>
                  <a:lnTo>
                    <a:pt x="381254" y="240792"/>
                  </a:lnTo>
                  <a:lnTo>
                    <a:pt x="383108" y="241300"/>
                  </a:lnTo>
                  <a:lnTo>
                    <a:pt x="384556" y="241300"/>
                  </a:lnTo>
                  <a:lnTo>
                    <a:pt x="386461" y="241554"/>
                  </a:lnTo>
                  <a:lnTo>
                    <a:pt x="396748" y="241554"/>
                  </a:lnTo>
                  <a:lnTo>
                    <a:pt x="398653" y="241300"/>
                  </a:lnTo>
                  <a:lnTo>
                    <a:pt x="399923" y="241300"/>
                  </a:lnTo>
                  <a:lnTo>
                    <a:pt x="401955" y="240792"/>
                  </a:lnTo>
                  <a:lnTo>
                    <a:pt x="402971" y="240284"/>
                  </a:lnTo>
                  <a:lnTo>
                    <a:pt x="403987" y="239903"/>
                  </a:lnTo>
                  <a:lnTo>
                    <a:pt x="404749" y="239268"/>
                  </a:lnTo>
                  <a:lnTo>
                    <a:pt x="405130" y="238633"/>
                  </a:lnTo>
                  <a:lnTo>
                    <a:pt x="405638" y="237998"/>
                  </a:lnTo>
                  <a:lnTo>
                    <a:pt x="405892" y="237236"/>
                  </a:lnTo>
                  <a:lnTo>
                    <a:pt x="405892" y="79502"/>
                  </a:lnTo>
                  <a:close/>
                </a:path>
                <a:path w="1628775" h="244475">
                  <a:moveTo>
                    <a:pt x="409194" y="20955"/>
                  </a:moveTo>
                  <a:lnTo>
                    <a:pt x="407949" y="16637"/>
                  </a:lnTo>
                  <a:lnTo>
                    <a:pt x="402971" y="11811"/>
                  </a:lnTo>
                  <a:lnTo>
                    <a:pt x="398399" y="10541"/>
                  </a:lnTo>
                  <a:lnTo>
                    <a:pt x="384810" y="10541"/>
                  </a:lnTo>
                  <a:lnTo>
                    <a:pt x="380111" y="11811"/>
                  </a:lnTo>
                  <a:lnTo>
                    <a:pt x="375031" y="16637"/>
                  </a:lnTo>
                  <a:lnTo>
                    <a:pt x="373824" y="20955"/>
                  </a:lnTo>
                  <a:lnTo>
                    <a:pt x="373761" y="34544"/>
                  </a:lnTo>
                  <a:lnTo>
                    <a:pt x="374992" y="38862"/>
                  </a:lnTo>
                  <a:lnTo>
                    <a:pt x="375031" y="38989"/>
                  </a:lnTo>
                  <a:lnTo>
                    <a:pt x="379984" y="43688"/>
                  </a:lnTo>
                  <a:lnTo>
                    <a:pt x="384556" y="44958"/>
                  </a:lnTo>
                  <a:lnTo>
                    <a:pt x="398145" y="44958"/>
                  </a:lnTo>
                  <a:lnTo>
                    <a:pt x="402844" y="43688"/>
                  </a:lnTo>
                  <a:lnTo>
                    <a:pt x="407924" y="38862"/>
                  </a:lnTo>
                  <a:lnTo>
                    <a:pt x="409117" y="34544"/>
                  </a:lnTo>
                  <a:lnTo>
                    <a:pt x="409194" y="20955"/>
                  </a:lnTo>
                  <a:close/>
                </a:path>
                <a:path w="1628775" h="244475">
                  <a:moveTo>
                    <a:pt x="556006" y="187198"/>
                  </a:moveTo>
                  <a:lnTo>
                    <a:pt x="554977" y="181991"/>
                  </a:lnTo>
                  <a:lnTo>
                    <a:pt x="554863" y="181356"/>
                  </a:lnTo>
                  <a:lnTo>
                    <a:pt x="552577" y="176530"/>
                  </a:lnTo>
                  <a:lnTo>
                    <a:pt x="521335" y="150495"/>
                  </a:lnTo>
                  <a:lnTo>
                    <a:pt x="511429" y="146685"/>
                  </a:lnTo>
                  <a:lnTo>
                    <a:pt x="506603" y="144653"/>
                  </a:lnTo>
                  <a:lnTo>
                    <a:pt x="476758" y="121666"/>
                  </a:lnTo>
                  <a:lnTo>
                    <a:pt x="476758" y="113919"/>
                  </a:lnTo>
                  <a:lnTo>
                    <a:pt x="483997" y="100965"/>
                  </a:lnTo>
                  <a:lnTo>
                    <a:pt x="485990" y="99187"/>
                  </a:lnTo>
                  <a:lnTo>
                    <a:pt x="501015" y="94615"/>
                  </a:lnTo>
                  <a:lnTo>
                    <a:pt x="511302" y="94615"/>
                  </a:lnTo>
                  <a:lnTo>
                    <a:pt x="538988" y="104775"/>
                  </a:lnTo>
                  <a:lnTo>
                    <a:pt x="541020" y="106045"/>
                  </a:lnTo>
                  <a:lnTo>
                    <a:pt x="542836" y="106807"/>
                  </a:lnTo>
                  <a:lnTo>
                    <a:pt x="543877" y="106807"/>
                  </a:lnTo>
                  <a:lnTo>
                    <a:pt x="546862" y="104013"/>
                  </a:lnTo>
                  <a:lnTo>
                    <a:pt x="547370" y="103124"/>
                  </a:lnTo>
                  <a:lnTo>
                    <a:pt x="547573" y="102108"/>
                  </a:lnTo>
                  <a:lnTo>
                    <a:pt x="547674" y="101219"/>
                  </a:lnTo>
                  <a:lnTo>
                    <a:pt x="547738" y="100584"/>
                  </a:lnTo>
                  <a:lnTo>
                    <a:pt x="547979" y="99187"/>
                  </a:lnTo>
                  <a:lnTo>
                    <a:pt x="548005" y="94615"/>
                  </a:lnTo>
                  <a:lnTo>
                    <a:pt x="548005" y="91948"/>
                  </a:lnTo>
                  <a:lnTo>
                    <a:pt x="547751" y="90678"/>
                  </a:lnTo>
                  <a:lnTo>
                    <a:pt x="547624" y="89408"/>
                  </a:lnTo>
                  <a:lnTo>
                    <a:pt x="547370" y="88392"/>
                  </a:lnTo>
                  <a:lnTo>
                    <a:pt x="547243" y="87503"/>
                  </a:lnTo>
                  <a:lnTo>
                    <a:pt x="547116" y="86614"/>
                  </a:lnTo>
                  <a:lnTo>
                    <a:pt x="546354" y="85090"/>
                  </a:lnTo>
                  <a:lnTo>
                    <a:pt x="545973" y="84455"/>
                  </a:lnTo>
                  <a:lnTo>
                    <a:pt x="545211" y="83566"/>
                  </a:lnTo>
                  <a:lnTo>
                    <a:pt x="543941" y="82677"/>
                  </a:lnTo>
                  <a:lnTo>
                    <a:pt x="542798" y="81788"/>
                  </a:lnTo>
                  <a:lnTo>
                    <a:pt x="540893" y="80645"/>
                  </a:lnTo>
                  <a:lnTo>
                    <a:pt x="538607" y="79502"/>
                  </a:lnTo>
                  <a:lnTo>
                    <a:pt x="536194" y="78232"/>
                  </a:lnTo>
                  <a:lnTo>
                    <a:pt x="533400" y="77089"/>
                  </a:lnTo>
                  <a:lnTo>
                    <a:pt x="529971" y="76073"/>
                  </a:lnTo>
                  <a:lnTo>
                    <a:pt x="526669" y="75057"/>
                  </a:lnTo>
                  <a:lnTo>
                    <a:pt x="522859" y="74168"/>
                  </a:lnTo>
                  <a:lnTo>
                    <a:pt x="518668" y="73533"/>
                  </a:lnTo>
                  <a:lnTo>
                    <a:pt x="514604" y="72771"/>
                  </a:lnTo>
                  <a:lnTo>
                    <a:pt x="510413" y="72517"/>
                  </a:lnTo>
                  <a:lnTo>
                    <a:pt x="496824" y="72517"/>
                  </a:lnTo>
                  <a:lnTo>
                    <a:pt x="458851" y="90678"/>
                  </a:lnTo>
                  <a:lnTo>
                    <a:pt x="449326" y="112649"/>
                  </a:lnTo>
                  <a:lnTo>
                    <a:pt x="449326" y="125730"/>
                  </a:lnTo>
                  <a:lnTo>
                    <a:pt x="474218" y="158496"/>
                  </a:lnTo>
                  <a:lnTo>
                    <a:pt x="478917" y="161036"/>
                  </a:lnTo>
                  <a:lnTo>
                    <a:pt x="483743" y="163322"/>
                  </a:lnTo>
                  <a:lnTo>
                    <a:pt x="488696" y="165227"/>
                  </a:lnTo>
                  <a:lnTo>
                    <a:pt x="493522" y="167259"/>
                  </a:lnTo>
                  <a:lnTo>
                    <a:pt x="524383" y="185039"/>
                  </a:lnTo>
                  <a:lnTo>
                    <a:pt x="526669" y="187960"/>
                  </a:lnTo>
                  <a:lnTo>
                    <a:pt x="527685" y="191643"/>
                  </a:lnTo>
                  <a:lnTo>
                    <a:pt x="527685" y="200406"/>
                  </a:lnTo>
                  <a:lnTo>
                    <a:pt x="526923" y="204089"/>
                  </a:lnTo>
                  <a:lnTo>
                    <a:pt x="525526" y="206883"/>
                  </a:lnTo>
                  <a:lnTo>
                    <a:pt x="523989" y="210058"/>
                  </a:lnTo>
                  <a:lnTo>
                    <a:pt x="523875" y="210312"/>
                  </a:lnTo>
                  <a:lnTo>
                    <a:pt x="521589" y="212852"/>
                  </a:lnTo>
                  <a:lnTo>
                    <a:pt x="518668" y="214884"/>
                  </a:lnTo>
                  <a:lnTo>
                    <a:pt x="515874" y="216916"/>
                  </a:lnTo>
                  <a:lnTo>
                    <a:pt x="512445" y="218440"/>
                  </a:lnTo>
                  <a:lnTo>
                    <a:pt x="508508" y="219456"/>
                  </a:lnTo>
                  <a:lnTo>
                    <a:pt x="504571" y="220599"/>
                  </a:lnTo>
                  <a:lnTo>
                    <a:pt x="500126" y="221107"/>
                  </a:lnTo>
                  <a:lnTo>
                    <a:pt x="488823" y="221107"/>
                  </a:lnTo>
                  <a:lnTo>
                    <a:pt x="453517" y="206883"/>
                  </a:lnTo>
                  <a:lnTo>
                    <a:pt x="451739" y="206121"/>
                  </a:lnTo>
                  <a:lnTo>
                    <a:pt x="449580" y="206121"/>
                  </a:lnTo>
                  <a:lnTo>
                    <a:pt x="448945" y="206375"/>
                  </a:lnTo>
                  <a:lnTo>
                    <a:pt x="447675" y="207137"/>
                  </a:lnTo>
                  <a:lnTo>
                    <a:pt x="447167" y="207772"/>
                  </a:lnTo>
                  <a:lnTo>
                    <a:pt x="446874" y="208534"/>
                  </a:lnTo>
                  <a:lnTo>
                    <a:pt x="446405" y="209677"/>
                  </a:lnTo>
                  <a:lnTo>
                    <a:pt x="446151" y="210947"/>
                  </a:lnTo>
                  <a:lnTo>
                    <a:pt x="445681" y="213614"/>
                  </a:lnTo>
                  <a:lnTo>
                    <a:pt x="445643" y="213868"/>
                  </a:lnTo>
                  <a:lnTo>
                    <a:pt x="445516" y="221488"/>
                  </a:lnTo>
                  <a:lnTo>
                    <a:pt x="445897" y="224409"/>
                  </a:lnTo>
                  <a:lnTo>
                    <a:pt x="479615" y="242824"/>
                  </a:lnTo>
                  <a:lnTo>
                    <a:pt x="479755" y="242824"/>
                  </a:lnTo>
                  <a:lnTo>
                    <a:pt x="483997" y="243459"/>
                  </a:lnTo>
                  <a:lnTo>
                    <a:pt x="489204" y="243967"/>
                  </a:lnTo>
                  <a:lnTo>
                    <a:pt x="503809" y="243967"/>
                  </a:lnTo>
                  <a:lnTo>
                    <a:pt x="512064" y="242824"/>
                  </a:lnTo>
                  <a:lnTo>
                    <a:pt x="527050" y="238506"/>
                  </a:lnTo>
                  <a:lnTo>
                    <a:pt x="533527" y="235204"/>
                  </a:lnTo>
                  <a:lnTo>
                    <a:pt x="538988" y="230886"/>
                  </a:lnTo>
                  <a:lnTo>
                    <a:pt x="544449" y="226695"/>
                  </a:lnTo>
                  <a:lnTo>
                    <a:pt x="548538" y="221488"/>
                  </a:lnTo>
                  <a:lnTo>
                    <a:pt x="548754" y="221107"/>
                  </a:lnTo>
                  <a:lnTo>
                    <a:pt x="554482" y="208915"/>
                  </a:lnTo>
                  <a:lnTo>
                    <a:pt x="556006" y="201803"/>
                  </a:lnTo>
                  <a:lnTo>
                    <a:pt x="556006" y="187198"/>
                  </a:lnTo>
                  <a:close/>
                </a:path>
                <a:path w="1628775" h="244475">
                  <a:moveTo>
                    <a:pt x="729869" y="156083"/>
                  </a:moveTo>
                  <a:lnTo>
                    <a:pt x="729754" y="143002"/>
                  </a:lnTo>
                  <a:lnTo>
                    <a:pt x="729653" y="139865"/>
                  </a:lnTo>
                  <a:lnTo>
                    <a:pt x="729627" y="138811"/>
                  </a:lnTo>
                  <a:lnTo>
                    <a:pt x="728980" y="132372"/>
                  </a:lnTo>
                  <a:lnTo>
                    <a:pt x="728891" y="131533"/>
                  </a:lnTo>
                  <a:lnTo>
                    <a:pt x="727710" y="124714"/>
                  </a:lnTo>
                  <a:lnTo>
                    <a:pt x="727671" y="124472"/>
                  </a:lnTo>
                  <a:lnTo>
                    <a:pt x="714209" y="94869"/>
                  </a:lnTo>
                  <a:lnTo>
                    <a:pt x="713740" y="94234"/>
                  </a:lnTo>
                  <a:lnTo>
                    <a:pt x="709282" y="89522"/>
                  </a:lnTo>
                  <a:lnTo>
                    <a:pt x="704278" y="85305"/>
                  </a:lnTo>
                  <a:lnTo>
                    <a:pt x="701167" y="83235"/>
                  </a:lnTo>
                  <a:lnTo>
                    <a:pt x="701167" y="143002"/>
                  </a:lnTo>
                  <a:lnTo>
                    <a:pt x="615950" y="143002"/>
                  </a:lnTo>
                  <a:lnTo>
                    <a:pt x="616064" y="139865"/>
                  </a:lnTo>
                  <a:lnTo>
                    <a:pt x="616115" y="138811"/>
                  </a:lnTo>
                  <a:lnTo>
                    <a:pt x="616204" y="136652"/>
                  </a:lnTo>
                  <a:lnTo>
                    <a:pt x="635673" y="101549"/>
                  </a:lnTo>
                  <a:lnTo>
                    <a:pt x="652653" y="94869"/>
                  </a:lnTo>
                  <a:lnTo>
                    <a:pt x="659765" y="94869"/>
                  </a:lnTo>
                  <a:lnTo>
                    <a:pt x="695680" y="114706"/>
                  </a:lnTo>
                  <a:lnTo>
                    <a:pt x="701167" y="143002"/>
                  </a:lnTo>
                  <a:lnTo>
                    <a:pt x="701167" y="83235"/>
                  </a:lnTo>
                  <a:lnTo>
                    <a:pt x="661289" y="72517"/>
                  </a:lnTo>
                  <a:lnTo>
                    <a:pt x="652843" y="72885"/>
                  </a:lnTo>
                  <a:lnTo>
                    <a:pt x="611670" y="90347"/>
                  </a:lnTo>
                  <a:lnTo>
                    <a:pt x="591527" y="122923"/>
                  </a:lnTo>
                  <a:lnTo>
                    <a:pt x="586447" y="156083"/>
                  </a:lnTo>
                  <a:lnTo>
                    <a:pt x="586498" y="163957"/>
                  </a:lnTo>
                  <a:lnTo>
                    <a:pt x="594169" y="203746"/>
                  </a:lnTo>
                  <a:lnTo>
                    <a:pt x="601522" y="216789"/>
                  </a:lnTo>
                  <a:lnTo>
                    <a:pt x="601649" y="216992"/>
                  </a:lnTo>
                  <a:lnTo>
                    <a:pt x="638200" y="240969"/>
                  </a:lnTo>
                  <a:lnTo>
                    <a:pt x="664337" y="243967"/>
                  </a:lnTo>
                  <a:lnTo>
                    <a:pt x="671703" y="243967"/>
                  </a:lnTo>
                  <a:lnTo>
                    <a:pt x="711454" y="235712"/>
                  </a:lnTo>
                  <a:lnTo>
                    <a:pt x="722630" y="226822"/>
                  </a:lnTo>
                  <a:lnTo>
                    <a:pt x="722884" y="226060"/>
                  </a:lnTo>
                  <a:lnTo>
                    <a:pt x="723011" y="225044"/>
                  </a:lnTo>
                  <a:lnTo>
                    <a:pt x="723011" y="220726"/>
                  </a:lnTo>
                  <a:lnTo>
                    <a:pt x="719455" y="208915"/>
                  </a:lnTo>
                  <a:lnTo>
                    <a:pt x="717169" y="208915"/>
                  </a:lnTo>
                  <a:lnTo>
                    <a:pt x="715137" y="209550"/>
                  </a:lnTo>
                  <a:lnTo>
                    <a:pt x="712470" y="210693"/>
                  </a:lnTo>
                  <a:lnTo>
                    <a:pt x="709676" y="211963"/>
                  </a:lnTo>
                  <a:lnTo>
                    <a:pt x="706247" y="213360"/>
                  </a:lnTo>
                  <a:lnTo>
                    <a:pt x="701929" y="214757"/>
                  </a:lnTo>
                  <a:lnTo>
                    <a:pt x="697738" y="216281"/>
                  </a:lnTo>
                  <a:lnTo>
                    <a:pt x="692658" y="217678"/>
                  </a:lnTo>
                  <a:lnTo>
                    <a:pt x="686943" y="218948"/>
                  </a:lnTo>
                  <a:lnTo>
                    <a:pt x="681101" y="220091"/>
                  </a:lnTo>
                  <a:lnTo>
                    <a:pt x="674497" y="220726"/>
                  </a:lnTo>
                  <a:lnTo>
                    <a:pt x="657606" y="220726"/>
                  </a:lnTo>
                  <a:lnTo>
                    <a:pt x="627253" y="205232"/>
                  </a:lnTo>
                  <a:lnTo>
                    <a:pt x="623189" y="200279"/>
                  </a:lnTo>
                  <a:lnTo>
                    <a:pt x="620268" y="194310"/>
                  </a:lnTo>
                  <a:lnTo>
                    <a:pt x="618693" y="187782"/>
                  </a:lnTo>
                  <a:lnTo>
                    <a:pt x="616839" y="180467"/>
                  </a:lnTo>
                  <a:lnTo>
                    <a:pt x="615950" y="172720"/>
                  </a:lnTo>
                  <a:lnTo>
                    <a:pt x="615950" y="163957"/>
                  </a:lnTo>
                  <a:lnTo>
                    <a:pt x="721614" y="163957"/>
                  </a:lnTo>
                  <a:lnTo>
                    <a:pt x="724281" y="163068"/>
                  </a:lnTo>
                  <a:lnTo>
                    <a:pt x="726440" y="161163"/>
                  </a:lnTo>
                  <a:lnTo>
                    <a:pt x="728726" y="159258"/>
                  </a:lnTo>
                  <a:lnTo>
                    <a:pt x="729869" y="156083"/>
                  </a:lnTo>
                  <a:close/>
                </a:path>
                <a:path w="1628775" h="244475">
                  <a:moveTo>
                    <a:pt x="981456" y="25019"/>
                  </a:moveTo>
                  <a:lnTo>
                    <a:pt x="978281" y="17145"/>
                  </a:lnTo>
                  <a:lnTo>
                    <a:pt x="977265" y="16510"/>
                  </a:lnTo>
                  <a:lnTo>
                    <a:pt x="976503" y="16256"/>
                  </a:lnTo>
                  <a:lnTo>
                    <a:pt x="872109" y="16256"/>
                  </a:lnTo>
                  <a:lnTo>
                    <a:pt x="869569" y="17145"/>
                  </a:lnTo>
                  <a:lnTo>
                    <a:pt x="864870" y="20828"/>
                  </a:lnTo>
                  <a:lnTo>
                    <a:pt x="863727" y="23876"/>
                  </a:lnTo>
                  <a:lnTo>
                    <a:pt x="863727" y="236982"/>
                  </a:lnTo>
                  <a:lnTo>
                    <a:pt x="863854" y="237744"/>
                  </a:lnTo>
                  <a:lnTo>
                    <a:pt x="864870" y="239268"/>
                  </a:lnTo>
                  <a:lnTo>
                    <a:pt x="865632" y="239776"/>
                  </a:lnTo>
                  <a:lnTo>
                    <a:pt x="866775" y="240157"/>
                  </a:lnTo>
                  <a:lnTo>
                    <a:pt x="867918" y="240665"/>
                  </a:lnTo>
                  <a:lnTo>
                    <a:pt x="869569" y="240919"/>
                  </a:lnTo>
                  <a:lnTo>
                    <a:pt x="871474" y="241300"/>
                  </a:lnTo>
                  <a:lnTo>
                    <a:pt x="873379" y="241554"/>
                  </a:lnTo>
                  <a:lnTo>
                    <a:pt x="884047" y="241554"/>
                  </a:lnTo>
                  <a:lnTo>
                    <a:pt x="885825" y="241300"/>
                  </a:lnTo>
                  <a:lnTo>
                    <a:pt x="887730" y="240919"/>
                  </a:lnTo>
                  <a:lnTo>
                    <a:pt x="889254" y="240665"/>
                  </a:lnTo>
                  <a:lnTo>
                    <a:pt x="890397" y="240157"/>
                  </a:lnTo>
                  <a:lnTo>
                    <a:pt x="891540" y="239776"/>
                  </a:lnTo>
                  <a:lnTo>
                    <a:pt x="892302" y="239268"/>
                  </a:lnTo>
                  <a:lnTo>
                    <a:pt x="893318" y="237744"/>
                  </a:lnTo>
                  <a:lnTo>
                    <a:pt x="893445" y="142748"/>
                  </a:lnTo>
                  <a:lnTo>
                    <a:pt x="971931" y="142748"/>
                  </a:lnTo>
                  <a:lnTo>
                    <a:pt x="972820" y="142494"/>
                  </a:lnTo>
                  <a:lnTo>
                    <a:pt x="973455" y="141859"/>
                  </a:lnTo>
                  <a:lnTo>
                    <a:pt x="974217" y="141351"/>
                  </a:lnTo>
                  <a:lnTo>
                    <a:pt x="974979" y="140589"/>
                  </a:lnTo>
                  <a:lnTo>
                    <a:pt x="975487" y="139700"/>
                  </a:lnTo>
                  <a:lnTo>
                    <a:pt x="976122" y="138684"/>
                  </a:lnTo>
                  <a:lnTo>
                    <a:pt x="976503" y="137414"/>
                  </a:lnTo>
                  <a:lnTo>
                    <a:pt x="977011" y="134239"/>
                  </a:lnTo>
                  <a:lnTo>
                    <a:pt x="977011" y="125730"/>
                  </a:lnTo>
                  <a:lnTo>
                    <a:pt x="976503" y="122682"/>
                  </a:lnTo>
                  <a:lnTo>
                    <a:pt x="976122" y="121412"/>
                  </a:lnTo>
                  <a:lnTo>
                    <a:pt x="975487" y="120523"/>
                  </a:lnTo>
                  <a:lnTo>
                    <a:pt x="974979" y="119634"/>
                  </a:lnTo>
                  <a:lnTo>
                    <a:pt x="974217" y="118872"/>
                  </a:lnTo>
                  <a:lnTo>
                    <a:pt x="973455" y="118491"/>
                  </a:lnTo>
                  <a:lnTo>
                    <a:pt x="972820" y="118110"/>
                  </a:lnTo>
                  <a:lnTo>
                    <a:pt x="971931" y="117856"/>
                  </a:lnTo>
                  <a:lnTo>
                    <a:pt x="893445" y="117856"/>
                  </a:lnTo>
                  <a:lnTo>
                    <a:pt x="893445" y="41656"/>
                  </a:lnTo>
                  <a:lnTo>
                    <a:pt x="976503" y="41656"/>
                  </a:lnTo>
                  <a:lnTo>
                    <a:pt x="977265" y="41402"/>
                  </a:lnTo>
                  <a:lnTo>
                    <a:pt x="978027" y="40894"/>
                  </a:lnTo>
                  <a:lnTo>
                    <a:pt x="978789" y="40513"/>
                  </a:lnTo>
                  <a:lnTo>
                    <a:pt x="981456" y="33274"/>
                  </a:lnTo>
                  <a:lnTo>
                    <a:pt x="981456" y="25019"/>
                  </a:lnTo>
                  <a:close/>
                </a:path>
                <a:path w="1628775" h="244475">
                  <a:moveTo>
                    <a:pt x="1152017" y="156083"/>
                  </a:moveTo>
                  <a:lnTo>
                    <a:pt x="1151902" y="143002"/>
                  </a:lnTo>
                  <a:lnTo>
                    <a:pt x="1151801" y="139865"/>
                  </a:lnTo>
                  <a:lnTo>
                    <a:pt x="1151775" y="138811"/>
                  </a:lnTo>
                  <a:lnTo>
                    <a:pt x="1151128" y="132372"/>
                  </a:lnTo>
                  <a:lnTo>
                    <a:pt x="1151039" y="131533"/>
                  </a:lnTo>
                  <a:lnTo>
                    <a:pt x="1149858" y="124714"/>
                  </a:lnTo>
                  <a:lnTo>
                    <a:pt x="1149819" y="124472"/>
                  </a:lnTo>
                  <a:lnTo>
                    <a:pt x="1136357" y="94869"/>
                  </a:lnTo>
                  <a:lnTo>
                    <a:pt x="1135888" y="94234"/>
                  </a:lnTo>
                  <a:lnTo>
                    <a:pt x="1131430" y="89522"/>
                  </a:lnTo>
                  <a:lnTo>
                    <a:pt x="1126413" y="85305"/>
                  </a:lnTo>
                  <a:lnTo>
                    <a:pt x="1123315" y="83235"/>
                  </a:lnTo>
                  <a:lnTo>
                    <a:pt x="1123315" y="143002"/>
                  </a:lnTo>
                  <a:lnTo>
                    <a:pt x="1038098" y="143002"/>
                  </a:lnTo>
                  <a:lnTo>
                    <a:pt x="1038212" y="139865"/>
                  </a:lnTo>
                  <a:lnTo>
                    <a:pt x="1038263" y="138811"/>
                  </a:lnTo>
                  <a:lnTo>
                    <a:pt x="1038352" y="136652"/>
                  </a:lnTo>
                  <a:lnTo>
                    <a:pt x="1057821" y="101549"/>
                  </a:lnTo>
                  <a:lnTo>
                    <a:pt x="1074801" y="94869"/>
                  </a:lnTo>
                  <a:lnTo>
                    <a:pt x="1081913" y="94869"/>
                  </a:lnTo>
                  <a:lnTo>
                    <a:pt x="1117828" y="114706"/>
                  </a:lnTo>
                  <a:lnTo>
                    <a:pt x="1123315" y="143002"/>
                  </a:lnTo>
                  <a:lnTo>
                    <a:pt x="1123315" y="83235"/>
                  </a:lnTo>
                  <a:lnTo>
                    <a:pt x="1083424" y="72517"/>
                  </a:lnTo>
                  <a:lnTo>
                    <a:pt x="1074991" y="72885"/>
                  </a:lnTo>
                  <a:lnTo>
                    <a:pt x="1033818" y="90347"/>
                  </a:lnTo>
                  <a:lnTo>
                    <a:pt x="1013675" y="122923"/>
                  </a:lnTo>
                  <a:lnTo>
                    <a:pt x="1008595" y="156083"/>
                  </a:lnTo>
                  <a:lnTo>
                    <a:pt x="1008646" y="163957"/>
                  </a:lnTo>
                  <a:lnTo>
                    <a:pt x="1016317" y="203746"/>
                  </a:lnTo>
                  <a:lnTo>
                    <a:pt x="1023670" y="216789"/>
                  </a:lnTo>
                  <a:lnTo>
                    <a:pt x="1023797" y="216992"/>
                  </a:lnTo>
                  <a:lnTo>
                    <a:pt x="1060348" y="240969"/>
                  </a:lnTo>
                  <a:lnTo>
                    <a:pt x="1086472" y="243967"/>
                  </a:lnTo>
                  <a:lnTo>
                    <a:pt x="1093851" y="243967"/>
                  </a:lnTo>
                  <a:lnTo>
                    <a:pt x="1133602" y="235712"/>
                  </a:lnTo>
                  <a:lnTo>
                    <a:pt x="1144778" y="226822"/>
                  </a:lnTo>
                  <a:lnTo>
                    <a:pt x="1145032" y="226060"/>
                  </a:lnTo>
                  <a:lnTo>
                    <a:pt x="1145413" y="222885"/>
                  </a:lnTo>
                  <a:lnTo>
                    <a:pt x="1145413" y="220726"/>
                  </a:lnTo>
                  <a:lnTo>
                    <a:pt x="1145413" y="216281"/>
                  </a:lnTo>
                  <a:lnTo>
                    <a:pt x="1145159" y="214757"/>
                  </a:lnTo>
                  <a:lnTo>
                    <a:pt x="1145032" y="213360"/>
                  </a:lnTo>
                  <a:lnTo>
                    <a:pt x="1144778" y="212217"/>
                  </a:lnTo>
                  <a:lnTo>
                    <a:pt x="1141603" y="208915"/>
                  </a:lnTo>
                  <a:lnTo>
                    <a:pt x="1139317" y="208915"/>
                  </a:lnTo>
                  <a:lnTo>
                    <a:pt x="1137272" y="209550"/>
                  </a:lnTo>
                  <a:lnTo>
                    <a:pt x="1134618" y="210693"/>
                  </a:lnTo>
                  <a:lnTo>
                    <a:pt x="1131811" y="211963"/>
                  </a:lnTo>
                  <a:lnTo>
                    <a:pt x="1128395" y="213360"/>
                  </a:lnTo>
                  <a:lnTo>
                    <a:pt x="1124077" y="214757"/>
                  </a:lnTo>
                  <a:lnTo>
                    <a:pt x="1119873" y="216281"/>
                  </a:lnTo>
                  <a:lnTo>
                    <a:pt x="1114806" y="217678"/>
                  </a:lnTo>
                  <a:lnTo>
                    <a:pt x="1109091" y="218948"/>
                  </a:lnTo>
                  <a:lnTo>
                    <a:pt x="1103236" y="220091"/>
                  </a:lnTo>
                  <a:lnTo>
                    <a:pt x="1096645" y="220726"/>
                  </a:lnTo>
                  <a:lnTo>
                    <a:pt x="1079754" y="220726"/>
                  </a:lnTo>
                  <a:lnTo>
                    <a:pt x="1049401" y="205232"/>
                  </a:lnTo>
                  <a:lnTo>
                    <a:pt x="1045337" y="200279"/>
                  </a:lnTo>
                  <a:lnTo>
                    <a:pt x="1042416" y="194310"/>
                  </a:lnTo>
                  <a:lnTo>
                    <a:pt x="1040841" y="187782"/>
                  </a:lnTo>
                  <a:lnTo>
                    <a:pt x="1038987" y="180467"/>
                  </a:lnTo>
                  <a:lnTo>
                    <a:pt x="1038098" y="172720"/>
                  </a:lnTo>
                  <a:lnTo>
                    <a:pt x="1038098" y="163957"/>
                  </a:lnTo>
                  <a:lnTo>
                    <a:pt x="1143749" y="163957"/>
                  </a:lnTo>
                  <a:lnTo>
                    <a:pt x="1146429" y="163068"/>
                  </a:lnTo>
                  <a:lnTo>
                    <a:pt x="1148588" y="161163"/>
                  </a:lnTo>
                  <a:lnTo>
                    <a:pt x="1150874" y="159258"/>
                  </a:lnTo>
                  <a:lnTo>
                    <a:pt x="1152017" y="156083"/>
                  </a:lnTo>
                  <a:close/>
                </a:path>
                <a:path w="1628775" h="244475">
                  <a:moveTo>
                    <a:pt x="1328801" y="156083"/>
                  </a:moveTo>
                  <a:lnTo>
                    <a:pt x="1328686" y="143002"/>
                  </a:lnTo>
                  <a:lnTo>
                    <a:pt x="1328585" y="139865"/>
                  </a:lnTo>
                  <a:lnTo>
                    <a:pt x="1328559" y="138811"/>
                  </a:lnTo>
                  <a:lnTo>
                    <a:pt x="1327912" y="132372"/>
                  </a:lnTo>
                  <a:lnTo>
                    <a:pt x="1327823" y="131533"/>
                  </a:lnTo>
                  <a:lnTo>
                    <a:pt x="1326642" y="124714"/>
                  </a:lnTo>
                  <a:lnTo>
                    <a:pt x="1326603" y="124472"/>
                  </a:lnTo>
                  <a:lnTo>
                    <a:pt x="1313141" y="94869"/>
                  </a:lnTo>
                  <a:lnTo>
                    <a:pt x="1312672" y="94234"/>
                  </a:lnTo>
                  <a:lnTo>
                    <a:pt x="1308214" y="89522"/>
                  </a:lnTo>
                  <a:lnTo>
                    <a:pt x="1303210" y="85305"/>
                  </a:lnTo>
                  <a:lnTo>
                    <a:pt x="1300099" y="83235"/>
                  </a:lnTo>
                  <a:lnTo>
                    <a:pt x="1300099" y="143002"/>
                  </a:lnTo>
                  <a:lnTo>
                    <a:pt x="1214882" y="143002"/>
                  </a:lnTo>
                  <a:lnTo>
                    <a:pt x="1214996" y="139865"/>
                  </a:lnTo>
                  <a:lnTo>
                    <a:pt x="1215047" y="138811"/>
                  </a:lnTo>
                  <a:lnTo>
                    <a:pt x="1215136" y="136652"/>
                  </a:lnTo>
                  <a:lnTo>
                    <a:pt x="1234605" y="101549"/>
                  </a:lnTo>
                  <a:lnTo>
                    <a:pt x="1251585" y="94869"/>
                  </a:lnTo>
                  <a:lnTo>
                    <a:pt x="1258697" y="94869"/>
                  </a:lnTo>
                  <a:lnTo>
                    <a:pt x="1294612" y="114706"/>
                  </a:lnTo>
                  <a:lnTo>
                    <a:pt x="1300099" y="143002"/>
                  </a:lnTo>
                  <a:lnTo>
                    <a:pt x="1300099" y="83235"/>
                  </a:lnTo>
                  <a:lnTo>
                    <a:pt x="1260221" y="72517"/>
                  </a:lnTo>
                  <a:lnTo>
                    <a:pt x="1251775" y="72885"/>
                  </a:lnTo>
                  <a:lnTo>
                    <a:pt x="1210602" y="90347"/>
                  </a:lnTo>
                  <a:lnTo>
                    <a:pt x="1190459" y="122923"/>
                  </a:lnTo>
                  <a:lnTo>
                    <a:pt x="1185379" y="156083"/>
                  </a:lnTo>
                  <a:lnTo>
                    <a:pt x="1185430" y="163957"/>
                  </a:lnTo>
                  <a:lnTo>
                    <a:pt x="1193101" y="203746"/>
                  </a:lnTo>
                  <a:lnTo>
                    <a:pt x="1200454" y="216789"/>
                  </a:lnTo>
                  <a:lnTo>
                    <a:pt x="1200581" y="216992"/>
                  </a:lnTo>
                  <a:lnTo>
                    <a:pt x="1237132" y="240969"/>
                  </a:lnTo>
                  <a:lnTo>
                    <a:pt x="1263269" y="243967"/>
                  </a:lnTo>
                  <a:lnTo>
                    <a:pt x="1270635" y="243967"/>
                  </a:lnTo>
                  <a:lnTo>
                    <a:pt x="1310386" y="235712"/>
                  </a:lnTo>
                  <a:lnTo>
                    <a:pt x="1321562" y="226822"/>
                  </a:lnTo>
                  <a:lnTo>
                    <a:pt x="1321816" y="226060"/>
                  </a:lnTo>
                  <a:lnTo>
                    <a:pt x="1321816" y="220726"/>
                  </a:lnTo>
                  <a:lnTo>
                    <a:pt x="1321816" y="213360"/>
                  </a:lnTo>
                  <a:lnTo>
                    <a:pt x="1321562" y="212217"/>
                  </a:lnTo>
                  <a:lnTo>
                    <a:pt x="1318387" y="208915"/>
                  </a:lnTo>
                  <a:lnTo>
                    <a:pt x="1316101" y="208915"/>
                  </a:lnTo>
                  <a:lnTo>
                    <a:pt x="1314069" y="209550"/>
                  </a:lnTo>
                  <a:lnTo>
                    <a:pt x="1311402" y="210693"/>
                  </a:lnTo>
                  <a:lnTo>
                    <a:pt x="1308608" y="211963"/>
                  </a:lnTo>
                  <a:lnTo>
                    <a:pt x="1305179" y="213360"/>
                  </a:lnTo>
                  <a:lnTo>
                    <a:pt x="1300861" y="214757"/>
                  </a:lnTo>
                  <a:lnTo>
                    <a:pt x="1296670" y="216281"/>
                  </a:lnTo>
                  <a:lnTo>
                    <a:pt x="1291590" y="217678"/>
                  </a:lnTo>
                  <a:lnTo>
                    <a:pt x="1285875" y="218948"/>
                  </a:lnTo>
                  <a:lnTo>
                    <a:pt x="1280033" y="220091"/>
                  </a:lnTo>
                  <a:lnTo>
                    <a:pt x="1273429" y="220726"/>
                  </a:lnTo>
                  <a:lnTo>
                    <a:pt x="1256538" y="220726"/>
                  </a:lnTo>
                  <a:lnTo>
                    <a:pt x="1226185" y="205232"/>
                  </a:lnTo>
                  <a:lnTo>
                    <a:pt x="1222121" y="200279"/>
                  </a:lnTo>
                  <a:lnTo>
                    <a:pt x="1219200" y="194310"/>
                  </a:lnTo>
                  <a:lnTo>
                    <a:pt x="1217625" y="187782"/>
                  </a:lnTo>
                  <a:lnTo>
                    <a:pt x="1215771" y="180467"/>
                  </a:lnTo>
                  <a:lnTo>
                    <a:pt x="1214882" y="172720"/>
                  </a:lnTo>
                  <a:lnTo>
                    <a:pt x="1214882" y="163957"/>
                  </a:lnTo>
                  <a:lnTo>
                    <a:pt x="1320546" y="163957"/>
                  </a:lnTo>
                  <a:lnTo>
                    <a:pt x="1323213" y="163068"/>
                  </a:lnTo>
                  <a:lnTo>
                    <a:pt x="1325372" y="161163"/>
                  </a:lnTo>
                  <a:lnTo>
                    <a:pt x="1327658" y="159258"/>
                  </a:lnTo>
                  <a:lnTo>
                    <a:pt x="1328801" y="156083"/>
                  </a:lnTo>
                  <a:close/>
                </a:path>
                <a:path w="1628775" h="244475">
                  <a:moveTo>
                    <a:pt x="1506093" y="4572"/>
                  </a:moveTo>
                  <a:lnTo>
                    <a:pt x="1496822" y="0"/>
                  </a:lnTo>
                  <a:lnTo>
                    <a:pt x="1486535" y="0"/>
                  </a:lnTo>
                  <a:lnTo>
                    <a:pt x="1477391" y="96012"/>
                  </a:lnTo>
                  <a:lnTo>
                    <a:pt x="1477391" y="126619"/>
                  </a:lnTo>
                  <a:lnTo>
                    <a:pt x="1477391" y="188976"/>
                  </a:lnTo>
                  <a:lnTo>
                    <a:pt x="1449197" y="215138"/>
                  </a:lnTo>
                  <a:lnTo>
                    <a:pt x="1434846" y="219456"/>
                  </a:lnTo>
                  <a:lnTo>
                    <a:pt x="1423543" y="219456"/>
                  </a:lnTo>
                  <a:lnTo>
                    <a:pt x="1395222" y="187706"/>
                  </a:lnTo>
                  <a:lnTo>
                    <a:pt x="1394079" y="180086"/>
                  </a:lnTo>
                  <a:lnTo>
                    <a:pt x="1392809" y="172593"/>
                  </a:lnTo>
                  <a:lnTo>
                    <a:pt x="1392174" y="164973"/>
                  </a:lnTo>
                  <a:lnTo>
                    <a:pt x="1392174" y="149733"/>
                  </a:lnTo>
                  <a:lnTo>
                    <a:pt x="1404493" y="110363"/>
                  </a:lnTo>
                  <a:lnTo>
                    <a:pt x="1424940" y="97028"/>
                  </a:lnTo>
                  <a:lnTo>
                    <a:pt x="1440180" y="97028"/>
                  </a:lnTo>
                  <a:lnTo>
                    <a:pt x="1471625" y="119811"/>
                  </a:lnTo>
                  <a:lnTo>
                    <a:pt x="1477391" y="126619"/>
                  </a:lnTo>
                  <a:lnTo>
                    <a:pt x="1477391" y="96012"/>
                  </a:lnTo>
                  <a:lnTo>
                    <a:pt x="1443126" y="74041"/>
                  </a:lnTo>
                  <a:lnTo>
                    <a:pt x="1443291" y="74041"/>
                  </a:lnTo>
                  <a:lnTo>
                    <a:pt x="1436649" y="72910"/>
                  </a:lnTo>
                  <a:lnTo>
                    <a:pt x="1436890" y="72910"/>
                  </a:lnTo>
                  <a:lnTo>
                    <a:pt x="1429893" y="72517"/>
                  </a:lnTo>
                  <a:lnTo>
                    <a:pt x="1389265" y="86106"/>
                  </a:lnTo>
                  <a:lnTo>
                    <a:pt x="1366901" y="123825"/>
                  </a:lnTo>
                  <a:lnTo>
                    <a:pt x="1362900" y="149733"/>
                  </a:lnTo>
                  <a:lnTo>
                    <a:pt x="1362837" y="150393"/>
                  </a:lnTo>
                  <a:lnTo>
                    <a:pt x="1362583" y="160147"/>
                  </a:lnTo>
                  <a:lnTo>
                    <a:pt x="1362697" y="164973"/>
                  </a:lnTo>
                  <a:lnTo>
                    <a:pt x="1362786" y="168605"/>
                  </a:lnTo>
                  <a:lnTo>
                    <a:pt x="1370482" y="206921"/>
                  </a:lnTo>
                  <a:lnTo>
                    <a:pt x="1396746" y="237236"/>
                  </a:lnTo>
                  <a:lnTo>
                    <a:pt x="1426083" y="243967"/>
                  </a:lnTo>
                  <a:lnTo>
                    <a:pt x="1432991" y="243547"/>
                  </a:lnTo>
                  <a:lnTo>
                    <a:pt x="1433512" y="243547"/>
                  </a:lnTo>
                  <a:lnTo>
                    <a:pt x="1468094" y="227545"/>
                  </a:lnTo>
                  <a:lnTo>
                    <a:pt x="1476921" y="219456"/>
                  </a:lnTo>
                  <a:lnTo>
                    <a:pt x="1480693" y="215646"/>
                  </a:lnTo>
                  <a:lnTo>
                    <a:pt x="1486319" y="241300"/>
                  </a:lnTo>
                  <a:lnTo>
                    <a:pt x="1487551" y="241300"/>
                  </a:lnTo>
                  <a:lnTo>
                    <a:pt x="1489202" y="241554"/>
                  </a:lnTo>
                  <a:lnTo>
                    <a:pt x="1497965" y="241554"/>
                  </a:lnTo>
                  <a:lnTo>
                    <a:pt x="1499489" y="241300"/>
                  </a:lnTo>
                  <a:lnTo>
                    <a:pt x="1500708" y="241300"/>
                  </a:lnTo>
                  <a:lnTo>
                    <a:pt x="1502410" y="240792"/>
                  </a:lnTo>
                  <a:lnTo>
                    <a:pt x="1504442" y="240030"/>
                  </a:lnTo>
                  <a:lnTo>
                    <a:pt x="1505077" y="239395"/>
                  </a:lnTo>
                  <a:lnTo>
                    <a:pt x="1505458" y="238760"/>
                  </a:lnTo>
                  <a:lnTo>
                    <a:pt x="1505966" y="237998"/>
                  </a:lnTo>
                  <a:lnTo>
                    <a:pt x="1506093" y="215646"/>
                  </a:lnTo>
                  <a:lnTo>
                    <a:pt x="1506093" y="97028"/>
                  </a:lnTo>
                  <a:lnTo>
                    <a:pt x="1506093" y="96012"/>
                  </a:lnTo>
                  <a:lnTo>
                    <a:pt x="1506093" y="4572"/>
                  </a:lnTo>
                  <a:close/>
                </a:path>
                <a:path w="1628775" h="244475">
                  <a:moveTo>
                    <a:pt x="1628648" y="150876"/>
                  </a:moveTo>
                  <a:lnTo>
                    <a:pt x="1623441" y="141351"/>
                  </a:lnTo>
                  <a:lnTo>
                    <a:pt x="1548003" y="141351"/>
                  </a:lnTo>
                  <a:lnTo>
                    <a:pt x="1546352" y="142113"/>
                  </a:lnTo>
                  <a:lnTo>
                    <a:pt x="1544320" y="145669"/>
                  </a:lnTo>
                  <a:lnTo>
                    <a:pt x="1543812" y="148717"/>
                  </a:lnTo>
                  <a:lnTo>
                    <a:pt x="1543812" y="157480"/>
                  </a:lnTo>
                  <a:lnTo>
                    <a:pt x="1544320" y="160528"/>
                  </a:lnTo>
                  <a:lnTo>
                    <a:pt x="1546352" y="164211"/>
                  </a:lnTo>
                  <a:lnTo>
                    <a:pt x="1548003" y="165100"/>
                  </a:lnTo>
                  <a:lnTo>
                    <a:pt x="1624457" y="165100"/>
                  </a:lnTo>
                  <a:lnTo>
                    <a:pt x="1625981" y="164211"/>
                  </a:lnTo>
                  <a:lnTo>
                    <a:pt x="1628013" y="160782"/>
                  </a:lnTo>
                  <a:lnTo>
                    <a:pt x="1628648" y="157607"/>
                  </a:lnTo>
                  <a:lnTo>
                    <a:pt x="1628648" y="153035"/>
                  </a:lnTo>
                  <a:lnTo>
                    <a:pt x="1628648" y="150876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0767" y="2465704"/>
              <a:ext cx="1140714" cy="24396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0927" y="2464942"/>
            <a:ext cx="1338199" cy="24472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14552" y="2766186"/>
            <a:ext cx="3971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Embeddings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Softmax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7339" y="330314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3508" y="3318255"/>
            <a:ext cx="2766618" cy="3048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96062" y="4504182"/>
            <a:ext cx="6204585" cy="1097280"/>
          </a:xfrm>
          <a:prstGeom prst="rect">
            <a:avLst/>
          </a:prstGeom>
          <a:ln w="25907">
            <a:solidFill>
              <a:srgbClr val="974707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90170" marR="254000">
              <a:lnSpc>
                <a:spcPct val="100000"/>
              </a:lnSpc>
              <a:spcBef>
                <a:spcPts val="1210"/>
              </a:spcBef>
              <a:tabLst>
                <a:tab pos="3425190" algn="l"/>
              </a:tabLst>
            </a:pPr>
            <a:r>
              <a:rPr sz="2400" dirty="0">
                <a:latin typeface="Calibri"/>
                <a:cs typeface="Calibri"/>
              </a:rPr>
              <a:t>Share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weights</a:t>
            </a:r>
            <a:r>
              <a:rPr sz="2400" dirty="0">
                <a:latin typeface="Calibri"/>
                <a:cs typeface="Calibri"/>
              </a:rPr>
              <a:t>	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pre-</a:t>
            </a:r>
            <a:r>
              <a:rPr sz="2400" spc="-10" dirty="0">
                <a:latin typeface="Calibri"/>
                <a:cs typeface="Calibri"/>
              </a:rPr>
              <a:t>softmax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(refer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arXiv:1608.05859)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269" y="349161"/>
            <a:ext cx="3676142" cy="57502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7339" y="159626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26109" y="1611502"/>
            <a:ext cx="4179570" cy="245110"/>
            <a:chOff x="1026109" y="1611502"/>
            <a:chExt cx="4179570" cy="2451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109" y="1611502"/>
              <a:ext cx="1508048" cy="2447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57272" y="1753615"/>
              <a:ext cx="85090" cy="24130"/>
            </a:xfrm>
            <a:custGeom>
              <a:avLst/>
              <a:gdLst/>
              <a:ahLst/>
              <a:cxnLst/>
              <a:rect l="l" t="t" r="r" b="b"/>
              <a:pathLst>
                <a:path w="85089" h="24130">
                  <a:moveTo>
                    <a:pt x="79628" y="0"/>
                  </a:moveTo>
                  <a:lnTo>
                    <a:pt x="4190" y="0"/>
                  </a:lnTo>
                  <a:lnTo>
                    <a:pt x="2539" y="762"/>
                  </a:lnTo>
                  <a:lnTo>
                    <a:pt x="507" y="4318"/>
                  </a:lnTo>
                  <a:lnTo>
                    <a:pt x="0" y="7366"/>
                  </a:lnTo>
                  <a:lnTo>
                    <a:pt x="0" y="16129"/>
                  </a:lnTo>
                  <a:lnTo>
                    <a:pt x="507" y="19176"/>
                  </a:lnTo>
                  <a:lnTo>
                    <a:pt x="2539" y="22860"/>
                  </a:lnTo>
                  <a:lnTo>
                    <a:pt x="4190" y="23749"/>
                  </a:lnTo>
                  <a:lnTo>
                    <a:pt x="80644" y="23749"/>
                  </a:lnTo>
                  <a:lnTo>
                    <a:pt x="82168" y="22860"/>
                  </a:lnTo>
                  <a:lnTo>
                    <a:pt x="84200" y="19431"/>
                  </a:lnTo>
                  <a:lnTo>
                    <a:pt x="84835" y="16256"/>
                  </a:lnTo>
                  <a:lnTo>
                    <a:pt x="84835" y="11684"/>
                  </a:lnTo>
                  <a:lnTo>
                    <a:pt x="84835" y="9525"/>
                  </a:lnTo>
                  <a:lnTo>
                    <a:pt x="80517" y="126"/>
                  </a:lnTo>
                  <a:lnTo>
                    <a:pt x="7962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3383" y="1612264"/>
              <a:ext cx="2522220" cy="243967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757339" y="202298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6"/>
                </a:lnTo>
                <a:lnTo>
                  <a:pt x="0" y="256666"/>
                </a:lnTo>
                <a:lnTo>
                  <a:pt x="222110" y="128396"/>
                </a:lnTo>
                <a:lnTo>
                  <a:pt x="83934" y="128396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6"/>
                </a:lnTo>
                <a:lnTo>
                  <a:pt x="222110" y="128396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043508" y="2038223"/>
            <a:ext cx="1576705" cy="245110"/>
            <a:chOff x="1043508" y="2038223"/>
            <a:chExt cx="1576705" cy="245110"/>
          </a:xfrm>
        </p:grpSpPr>
        <p:sp>
          <p:nvSpPr>
            <p:cNvPr id="11" name="object 11"/>
            <p:cNvSpPr/>
            <p:nvPr/>
          </p:nvSpPr>
          <p:spPr>
            <a:xfrm>
              <a:off x="1043508" y="2038222"/>
              <a:ext cx="836930" cy="245110"/>
            </a:xfrm>
            <a:custGeom>
              <a:avLst/>
              <a:gdLst/>
              <a:ahLst/>
              <a:cxnLst/>
              <a:rect l="l" t="t" r="r" b="b"/>
              <a:pathLst>
                <a:path w="836930" h="245110">
                  <a:moveTo>
                    <a:pt x="243890" y="28194"/>
                  </a:moveTo>
                  <a:lnTo>
                    <a:pt x="243738" y="27051"/>
                  </a:lnTo>
                  <a:lnTo>
                    <a:pt x="243636" y="26162"/>
                  </a:lnTo>
                  <a:lnTo>
                    <a:pt x="243027" y="24765"/>
                  </a:lnTo>
                  <a:lnTo>
                    <a:pt x="242277" y="22860"/>
                  </a:lnTo>
                  <a:lnTo>
                    <a:pt x="242239" y="22733"/>
                  </a:lnTo>
                  <a:lnTo>
                    <a:pt x="241223" y="21336"/>
                  </a:lnTo>
                  <a:lnTo>
                    <a:pt x="239064" y="19177"/>
                  </a:lnTo>
                  <a:lnTo>
                    <a:pt x="237667" y="18415"/>
                  </a:lnTo>
                  <a:lnTo>
                    <a:pt x="236143" y="17780"/>
                  </a:lnTo>
                  <a:lnTo>
                    <a:pt x="234899" y="17399"/>
                  </a:lnTo>
                  <a:lnTo>
                    <a:pt x="235305" y="17399"/>
                  </a:lnTo>
                  <a:lnTo>
                    <a:pt x="232841" y="17018"/>
                  </a:lnTo>
                  <a:lnTo>
                    <a:pt x="208953" y="17018"/>
                  </a:lnTo>
                  <a:lnTo>
                    <a:pt x="188810" y="35814"/>
                  </a:lnTo>
                  <a:lnTo>
                    <a:pt x="122059" y="197739"/>
                  </a:lnTo>
                  <a:lnTo>
                    <a:pt x="121196" y="197739"/>
                  </a:lnTo>
                  <a:lnTo>
                    <a:pt x="59486" y="41529"/>
                  </a:lnTo>
                  <a:lnTo>
                    <a:pt x="57035" y="35306"/>
                  </a:lnTo>
                  <a:lnTo>
                    <a:pt x="56019" y="32258"/>
                  </a:lnTo>
                  <a:lnTo>
                    <a:pt x="54749" y="29464"/>
                  </a:lnTo>
                  <a:lnTo>
                    <a:pt x="34569" y="17018"/>
                  </a:lnTo>
                  <a:lnTo>
                    <a:pt x="9334" y="17018"/>
                  </a:lnTo>
                  <a:lnTo>
                    <a:pt x="6451" y="18034"/>
                  </a:lnTo>
                  <a:lnTo>
                    <a:pt x="3873" y="20193"/>
                  </a:lnTo>
                  <a:lnTo>
                    <a:pt x="1282" y="22225"/>
                  </a:lnTo>
                  <a:lnTo>
                    <a:pt x="0" y="25781"/>
                  </a:lnTo>
                  <a:lnTo>
                    <a:pt x="0" y="237871"/>
                  </a:lnTo>
                  <a:lnTo>
                    <a:pt x="2946" y="240919"/>
                  </a:lnTo>
                  <a:lnTo>
                    <a:pt x="4635" y="241681"/>
                  </a:lnTo>
                  <a:lnTo>
                    <a:pt x="5588" y="241681"/>
                  </a:lnTo>
                  <a:lnTo>
                    <a:pt x="8750" y="242316"/>
                  </a:lnTo>
                  <a:lnTo>
                    <a:pt x="20688" y="242316"/>
                  </a:lnTo>
                  <a:lnTo>
                    <a:pt x="23863" y="241681"/>
                  </a:lnTo>
                  <a:lnTo>
                    <a:pt x="24815" y="241681"/>
                  </a:lnTo>
                  <a:lnTo>
                    <a:pt x="26606" y="240919"/>
                  </a:lnTo>
                  <a:lnTo>
                    <a:pt x="29819" y="237871"/>
                  </a:lnTo>
                  <a:lnTo>
                    <a:pt x="29819" y="41529"/>
                  </a:lnTo>
                  <a:lnTo>
                    <a:pt x="29997" y="41529"/>
                  </a:lnTo>
                  <a:lnTo>
                    <a:pt x="105587" y="237744"/>
                  </a:lnTo>
                  <a:lnTo>
                    <a:pt x="105892" y="238633"/>
                  </a:lnTo>
                  <a:lnTo>
                    <a:pt x="106413" y="239395"/>
                  </a:lnTo>
                  <a:lnTo>
                    <a:pt x="106565" y="239395"/>
                  </a:lnTo>
                  <a:lnTo>
                    <a:pt x="106895" y="239649"/>
                  </a:lnTo>
                  <a:lnTo>
                    <a:pt x="107772" y="240538"/>
                  </a:lnTo>
                  <a:lnTo>
                    <a:pt x="107975" y="240538"/>
                  </a:lnTo>
                  <a:lnTo>
                    <a:pt x="108635" y="240919"/>
                  </a:lnTo>
                  <a:lnTo>
                    <a:pt x="108800" y="240919"/>
                  </a:lnTo>
                  <a:lnTo>
                    <a:pt x="111112" y="241681"/>
                  </a:lnTo>
                  <a:lnTo>
                    <a:pt x="108712" y="241681"/>
                  </a:lnTo>
                  <a:lnTo>
                    <a:pt x="117360" y="242316"/>
                  </a:lnTo>
                  <a:lnTo>
                    <a:pt x="126847" y="242316"/>
                  </a:lnTo>
                  <a:lnTo>
                    <a:pt x="150837" y="197739"/>
                  </a:lnTo>
                  <a:lnTo>
                    <a:pt x="213779" y="41529"/>
                  </a:lnTo>
                  <a:lnTo>
                    <a:pt x="214122" y="41529"/>
                  </a:lnTo>
                  <a:lnTo>
                    <a:pt x="214122" y="237871"/>
                  </a:lnTo>
                  <a:lnTo>
                    <a:pt x="214363" y="238633"/>
                  </a:lnTo>
                  <a:lnTo>
                    <a:pt x="214845" y="239395"/>
                  </a:lnTo>
                  <a:lnTo>
                    <a:pt x="215315" y="240030"/>
                  </a:lnTo>
                  <a:lnTo>
                    <a:pt x="216115" y="240538"/>
                  </a:lnTo>
                  <a:lnTo>
                    <a:pt x="217258" y="240919"/>
                  </a:lnTo>
                  <a:lnTo>
                    <a:pt x="218948" y="241681"/>
                  </a:lnTo>
                  <a:lnTo>
                    <a:pt x="219938" y="241681"/>
                  </a:lnTo>
                  <a:lnTo>
                    <a:pt x="223189" y="242316"/>
                  </a:lnTo>
                  <a:lnTo>
                    <a:pt x="234873" y="242316"/>
                  </a:lnTo>
                  <a:lnTo>
                    <a:pt x="238048" y="241681"/>
                  </a:lnTo>
                  <a:lnTo>
                    <a:pt x="239001" y="241681"/>
                  </a:lnTo>
                  <a:lnTo>
                    <a:pt x="240715" y="240919"/>
                  </a:lnTo>
                  <a:lnTo>
                    <a:pt x="243890" y="237871"/>
                  </a:lnTo>
                  <a:lnTo>
                    <a:pt x="243890" y="41529"/>
                  </a:lnTo>
                  <a:lnTo>
                    <a:pt x="243890" y="28194"/>
                  </a:lnTo>
                  <a:close/>
                </a:path>
                <a:path w="836930" h="245110">
                  <a:moveTo>
                    <a:pt x="433628" y="80137"/>
                  </a:moveTo>
                  <a:lnTo>
                    <a:pt x="428040" y="76073"/>
                  </a:lnTo>
                  <a:lnTo>
                    <a:pt x="427202" y="76073"/>
                  </a:lnTo>
                  <a:lnTo>
                    <a:pt x="424357" y="75692"/>
                  </a:lnTo>
                  <a:lnTo>
                    <a:pt x="414070" y="75692"/>
                  </a:lnTo>
                  <a:lnTo>
                    <a:pt x="411403" y="76073"/>
                  </a:lnTo>
                  <a:lnTo>
                    <a:pt x="410514" y="76073"/>
                  </a:lnTo>
                  <a:lnTo>
                    <a:pt x="404926" y="80137"/>
                  </a:lnTo>
                  <a:lnTo>
                    <a:pt x="404926" y="190119"/>
                  </a:lnTo>
                  <a:lnTo>
                    <a:pt x="398995" y="197027"/>
                  </a:lnTo>
                  <a:lnTo>
                    <a:pt x="367969" y="220091"/>
                  </a:lnTo>
                  <a:lnTo>
                    <a:pt x="355269" y="220091"/>
                  </a:lnTo>
                  <a:lnTo>
                    <a:pt x="328599" y="188341"/>
                  </a:lnTo>
                  <a:lnTo>
                    <a:pt x="327837" y="180975"/>
                  </a:lnTo>
                  <a:lnTo>
                    <a:pt x="327837" y="80137"/>
                  </a:lnTo>
                  <a:lnTo>
                    <a:pt x="327710" y="79375"/>
                  </a:lnTo>
                  <a:lnTo>
                    <a:pt x="322249" y="76073"/>
                  </a:lnTo>
                  <a:lnTo>
                    <a:pt x="321411" y="76073"/>
                  </a:lnTo>
                  <a:lnTo>
                    <a:pt x="318566" y="75692"/>
                  </a:lnTo>
                  <a:lnTo>
                    <a:pt x="308406" y="75692"/>
                  </a:lnTo>
                  <a:lnTo>
                    <a:pt x="305739" y="76073"/>
                  </a:lnTo>
                  <a:lnTo>
                    <a:pt x="304723" y="76073"/>
                  </a:lnTo>
                  <a:lnTo>
                    <a:pt x="303199" y="76454"/>
                  </a:lnTo>
                  <a:lnTo>
                    <a:pt x="300913" y="77470"/>
                  </a:lnTo>
                  <a:lnTo>
                    <a:pt x="300151" y="78105"/>
                  </a:lnTo>
                  <a:lnTo>
                    <a:pt x="299770" y="78740"/>
                  </a:lnTo>
                  <a:lnTo>
                    <a:pt x="299262" y="79375"/>
                  </a:lnTo>
                  <a:lnTo>
                    <a:pt x="299300" y="183870"/>
                  </a:lnTo>
                  <a:lnTo>
                    <a:pt x="299605" y="188341"/>
                  </a:lnTo>
                  <a:lnTo>
                    <a:pt x="299720" y="190119"/>
                  </a:lnTo>
                  <a:lnTo>
                    <a:pt x="311454" y="225425"/>
                  </a:lnTo>
                  <a:lnTo>
                    <a:pt x="315772" y="231394"/>
                  </a:lnTo>
                  <a:lnTo>
                    <a:pt x="354888" y="244729"/>
                  </a:lnTo>
                  <a:lnTo>
                    <a:pt x="360095" y="244398"/>
                  </a:lnTo>
                  <a:lnTo>
                    <a:pt x="361099" y="244398"/>
                  </a:lnTo>
                  <a:lnTo>
                    <a:pt x="400939" y="223329"/>
                  </a:lnTo>
                  <a:lnTo>
                    <a:pt x="404050" y="220091"/>
                  </a:lnTo>
                  <a:lnTo>
                    <a:pt x="407593" y="216408"/>
                  </a:lnTo>
                  <a:lnTo>
                    <a:pt x="407593" y="237998"/>
                  </a:lnTo>
                  <a:lnTo>
                    <a:pt x="407847" y="238760"/>
                  </a:lnTo>
                  <a:lnTo>
                    <a:pt x="408228" y="239395"/>
                  </a:lnTo>
                  <a:lnTo>
                    <a:pt x="408482" y="240030"/>
                  </a:lnTo>
                  <a:lnTo>
                    <a:pt x="409244" y="240665"/>
                  </a:lnTo>
                  <a:lnTo>
                    <a:pt x="410133" y="241046"/>
                  </a:lnTo>
                  <a:lnTo>
                    <a:pt x="411149" y="241554"/>
                  </a:lnTo>
                  <a:lnTo>
                    <a:pt x="412838" y="242062"/>
                  </a:lnTo>
                  <a:lnTo>
                    <a:pt x="414197" y="242062"/>
                  </a:lnTo>
                  <a:lnTo>
                    <a:pt x="415848" y="242316"/>
                  </a:lnTo>
                  <a:lnTo>
                    <a:pt x="425119" y="242316"/>
                  </a:lnTo>
                  <a:lnTo>
                    <a:pt x="426770" y="242062"/>
                  </a:lnTo>
                  <a:lnTo>
                    <a:pt x="428117" y="242062"/>
                  </a:lnTo>
                  <a:lnTo>
                    <a:pt x="429818" y="241554"/>
                  </a:lnTo>
                  <a:lnTo>
                    <a:pt x="430834" y="241046"/>
                  </a:lnTo>
                  <a:lnTo>
                    <a:pt x="431977" y="240665"/>
                  </a:lnTo>
                  <a:lnTo>
                    <a:pt x="432612" y="240030"/>
                  </a:lnTo>
                  <a:lnTo>
                    <a:pt x="432904" y="239522"/>
                  </a:lnTo>
                  <a:lnTo>
                    <a:pt x="432993" y="239395"/>
                  </a:lnTo>
                  <a:lnTo>
                    <a:pt x="433501" y="238760"/>
                  </a:lnTo>
                  <a:lnTo>
                    <a:pt x="433628" y="237998"/>
                  </a:lnTo>
                  <a:lnTo>
                    <a:pt x="433628" y="216408"/>
                  </a:lnTo>
                  <a:lnTo>
                    <a:pt x="433628" y="80137"/>
                  </a:lnTo>
                  <a:close/>
                </a:path>
                <a:path w="836930" h="245110">
                  <a:moveTo>
                    <a:pt x="514527" y="4572"/>
                  </a:moveTo>
                  <a:lnTo>
                    <a:pt x="514273" y="3683"/>
                  </a:lnTo>
                  <a:lnTo>
                    <a:pt x="513765" y="3048"/>
                  </a:lnTo>
                  <a:lnTo>
                    <a:pt x="513384" y="2286"/>
                  </a:lnTo>
                  <a:lnTo>
                    <a:pt x="512622" y="1778"/>
                  </a:lnTo>
                  <a:lnTo>
                    <a:pt x="510590" y="762"/>
                  </a:lnTo>
                  <a:lnTo>
                    <a:pt x="509066" y="508"/>
                  </a:lnTo>
                  <a:lnTo>
                    <a:pt x="505383" y="0"/>
                  </a:lnTo>
                  <a:lnTo>
                    <a:pt x="495096" y="0"/>
                  </a:lnTo>
                  <a:lnTo>
                    <a:pt x="486079" y="3683"/>
                  </a:lnTo>
                  <a:lnTo>
                    <a:pt x="486079" y="238760"/>
                  </a:lnTo>
                  <a:lnTo>
                    <a:pt x="486460" y="239395"/>
                  </a:lnTo>
                  <a:lnTo>
                    <a:pt x="486968" y="240030"/>
                  </a:lnTo>
                  <a:lnTo>
                    <a:pt x="487730" y="240665"/>
                  </a:lnTo>
                  <a:lnTo>
                    <a:pt x="488746" y="241046"/>
                  </a:lnTo>
                  <a:lnTo>
                    <a:pt x="489889" y="241554"/>
                  </a:lnTo>
                  <a:lnTo>
                    <a:pt x="491744" y="242062"/>
                  </a:lnTo>
                  <a:lnTo>
                    <a:pt x="493191" y="242062"/>
                  </a:lnTo>
                  <a:lnTo>
                    <a:pt x="495096" y="242316"/>
                  </a:lnTo>
                  <a:lnTo>
                    <a:pt x="505383" y="242316"/>
                  </a:lnTo>
                  <a:lnTo>
                    <a:pt x="507288" y="242062"/>
                  </a:lnTo>
                  <a:lnTo>
                    <a:pt x="508558" y="242062"/>
                  </a:lnTo>
                  <a:lnTo>
                    <a:pt x="510590" y="241554"/>
                  </a:lnTo>
                  <a:lnTo>
                    <a:pt x="511606" y="241046"/>
                  </a:lnTo>
                  <a:lnTo>
                    <a:pt x="512622" y="240665"/>
                  </a:lnTo>
                  <a:lnTo>
                    <a:pt x="513384" y="240030"/>
                  </a:lnTo>
                  <a:lnTo>
                    <a:pt x="513765" y="239395"/>
                  </a:lnTo>
                  <a:lnTo>
                    <a:pt x="514273" y="238760"/>
                  </a:lnTo>
                  <a:lnTo>
                    <a:pt x="514527" y="237998"/>
                  </a:lnTo>
                  <a:lnTo>
                    <a:pt x="514527" y="4572"/>
                  </a:lnTo>
                  <a:close/>
                </a:path>
                <a:path w="836930" h="245110">
                  <a:moveTo>
                    <a:pt x="647877" y="86233"/>
                  </a:moveTo>
                  <a:lnTo>
                    <a:pt x="647750" y="84455"/>
                  </a:lnTo>
                  <a:lnTo>
                    <a:pt x="647242" y="81407"/>
                  </a:lnTo>
                  <a:lnTo>
                    <a:pt x="646861" y="80137"/>
                  </a:lnTo>
                  <a:lnTo>
                    <a:pt x="646353" y="79248"/>
                  </a:lnTo>
                  <a:lnTo>
                    <a:pt x="645845" y="78232"/>
                  </a:lnTo>
                  <a:lnTo>
                    <a:pt x="645210" y="77597"/>
                  </a:lnTo>
                  <a:lnTo>
                    <a:pt x="644575" y="77089"/>
                  </a:lnTo>
                  <a:lnTo>
                    <a:pt x="643813" y="76708"/>
                  </a:lnTo>
                  <a:lnTo>
                    <a:pt x="602030" y="76708"/>
                  </a:lnTo>
                  <a:lnTo>
                    <a:pt x="602030" y="38608"/>
                  </a:lnTo>
                  <a:lnTo>
                    <a:pt x="594791" y="34163"/>
                  </a:lnTo>
                  <a:lnTo>
                    <a:pt x="580694" y="34163"/>
                  </a:lnTo>
                  <a:lnTo>
                    <a:pt x="574090" y="37211"/>
                  </a:lnTo>
                  <a:lnTo>
                    <a:pt x="573582" y="37846"/>
                  </a:lnTo>
                  <a:lnTo>
                    <a:pt x="573455" y="38608"/>
                  </a:lnTo>
                  <a:lnTo>
                    <a:pt x="573455" y="76708"/>
                  </a:lnTo>
                  <a:lnTo>
                    <a:pt x="549960" y="76708"/>
                  </a:lnTo>
                  <a:lnTo>
                    <a:pt x="549198" y="77089"/>
                  </a:lnTo>
                  <a:lnTo>
                    <a:pt x="548563" y="77597"/>
                  </a:lnTo>
                  <a:lnTo>
                    <a:pt x="547928" y="78232"/>
                  </a:lnTo>
                  <a:lnTo>
                    <a:pt x="547420" y="79248"/>
                  </a:lnTo>
                  <a:lnTo>
                    <a:pt x="546912" y="80137"/>
                  </a:lnTo>
                  <a:lnTo>
                    <a:pt x="546658" y="81407"/>
                  </a:lnTo>
                  <a:lnTo>
                    <a:pt x="546277" y="82931"/>
                  </a:lnTo>
                  <a:lnTo>
                    <a:pt x="546023" y="84455"/>
                  </a:lnTo>
                  <a:lnTo>
                    <a:pt x="549833" y="100330"/>
                  </a:lnTo>
                  <a:lnTo>
                    <a:pt x="573455" y="100330"/>
                  </a:lnTo>
                  <a:lnTo>
                    <a:pt x="573455" y="200533"/>
                  </a:lnTo>
                  <a:lnTo>
                    <a:pt x="574217" y="208280"/>
                  </a:lnTo>
                  <a:lnTo>
                    <a:pt x="576211" y="215900"/>
                  </a:lnTo>
                  <a:lnTo>
                    <a:pt x="577646" y="221615"/>
                  </a:lnTo>
                  <a:lnTo>
                    <a:pt x="580313" y="227076"/>
                  </a:lnTo>
                  <a:lnTo>
                    <a:pt x="583996" y="231394"/>
                  </a:lnTo>
                  <a:lnTo>
                    <a:pt x="587679" y="235839"/>
                  </a:lnTo>
                  <a:lnTo>
                    <a:pt x="592505" y="239014"/>
                  </a:lnTo>
                  <a:lnTo>
                    <a:pt x="604050" y="243332"/>
                  </a:lnTo>
                  <a:lnTo>
                    <a:pt x="610920" y="244348"/>
                  </a:lnTo>
                  <a:lnTo>
                    <a:pt x="623493" y="244348"/>
                  </a:lnTo>
                  <a:lnTo>
                    <a:pt x="646480" y="235839"/>
                  </a:lnTo>
                  <a:lnTo>
                    <a:pt x="646607" y="235585"/>
                  </a:lnTo>
                  <a:lnTo>
                    <a:pt x="647115" y="233553"/>
                  </a:lnTo>
                  <a:lnTo>
                    <a:pt x="647623" y="231648"/>
                  </a:lnTo>
                  <a:lnTo>
                    <a:pt x="647877" y="228981"/>
                  </a:lnTo>
                  <a:lnTo>
                    <a:pt x="647877" y="223520"/>
                  </a:lnTo>
                  <a:lnTo>
                    <a:pt x="647750" y="221869"/>
                  </a:lnTo>
                  <a:lnTo>
                    <a:pt x="647395" y="219964"/>
                  </a:lnTo>
                  <a:lnTo>
                    <a:pt x="647357" y="219710"/>
                  </a:lnTo>
                  <a:lnTo>
                    <a:pt x="647242" y="219075"/>
                  </a:lnTo>
                  <a:lnTo>
                    <a:pt x="647128" y="218567"/>
                  </a:lnTo>
                  <a:lnTo>
                    <a:pt x="647014" y="218059"/>
                  </a:lnTo>
                  <a:lnTo>
                    <a:pt x="646734" y="217170"/>
                  </a:lnTo>
                  <a:lnTo>
                    <a:pt x="646353" y="216281"/>
                  </a:lnTo>
                  <a:lnTo>
                    <a:pt x="646061" y="215900"/>
                  </a:lnTo>
                  <a:lnTo>
                    <a:pt x="646214" y="215900"/>
                  </a:lnTo>
                  <a:lnTo>
                    <a:pt x="644448" y="215011"/>
                  </a:lnTo>
                  <a:lnTo>
                    <a:pt x="642924" y="215011"/>
                  </a:lnTo>
                  <a:lnTo>
                    <a:pt x="641908" y="215265"/>
                  </a:lnTo>
                  <a:lnTo>
                    <a:pt x="640765" y="215900"/>
                  </a:lnTo>
                  <a:lnTo>
                    <a:pt x="636574" y="217551"/>
                  </a:lnTo>
                  <a:lnTo>
                    <a:pt x="634923" y="218059"/>
                  </a:lnTo>
                  <a:lnTo>
                    <a:pt x="633145" y="218567"/>
                  </a:lnTo>
                  <a:lnTo>
                    <a:pt x="630986" y="219075"/>
                  </a:lnTo>
                  <a:lnTo>
                    <a:pt x="628954" y="219710"/>
                  </a:lnTo>
                  <a:lnTo>
                    <a:pt x="626541" y="219964"/>
                  </a:lnTo>
                  <a:lnTo>
                    <a:pt x="615746" y="219964"/>
                  </a:lnTo>
                  <a:lnTo>
                    <a:pt x="610019" y="217170"/>
                  </a:lnTo>
                  <a:lnTo>
                    <a:pt x="603669" y="206248"/>
                  </a:lnTo>
                  <a:lnTo>
                    <a:pt x="602030" y="198120"/>
                  </a:lnTo>
                  <a:lnTo>
                    <a:pt x="602030" y="100330"/>
                  </a:lnTo>
                  <a:lnTo>
                    <a:pt x="643813" y="100330"/>
                  </a:lnTo>
                  <a:lnTo>
                    <a:pt x="645210" y="99314"/>
                  </a:lnTo>
                  <a:lnTo>
                    <a:pt x="646226" y="97536"/>
                  </a:lnTo>
                  <a:lnTo>
                    <a:pt x="647242" y="95631"/>
                  </a:lnTo>
                  <a:lnTo>
                    <a:pt x="647877" y="92710"/>
                  </a:lnTo>
                  <a:lnTo>
                    <a:pt x="647877" y="86233"/>
                  </a:lnTo>
                  <a:close/>
                </a:path>
                <a:path w="836930" h="245110">
                  <a:moveTo>
                    <a:pt x="714171" y="80264"/>
                  </a:moveTo>
                  <a:lnTo>
                    <a:pt x="713917" y="79502"/>
                  </a:lnTo>
                  <a:lnTo>
                    <a:pt x="713409" y="78740"/>
                  </a:lnTo>
                  <a:lnTo>
                    <a:pt x="713028" y="78105"/>
                  </a:lnTo>
                  <a:lnTo>
                    <a:pt x="712266" y="77470"/>
                  </a:lnTo>
                  <a:lnTo>
                    <a:pt x="711250" y="77089"/>
                  </a:lnTo>
                  <a:lnTo>
                    <a:pt x="710234" y="76581"/>
                  </a:lnTo>
                  <a:lnTo>
                    <a:pt x="708710" y="76200"/>
                  </a:lnTo>
                  <a:lnTo>
                    <a:pt x="706932" y="75946"/>
                  </a:lnTo>
                  <a:lnTo>
                    <a:pt x="705027" y="75819"/>
                  </a:lnTo>
                  <a:lnTo>
                    <a:pt x="694740" y="75819"/>
                  </a:lnTo>
                  <a:lnTo>
                    <a:pt x="692835" y="75946"/>
                  </a:lnTo>
                  <a:lnTo>
                    <a:pt x="690930" y="76200"/>
                  </a:lnTo>
                  <a:lnTo>
                    <a:pt x="689533" y="76581"/>
                  </a:lnTo>
                  <a:lnTo>
                    <a:pt x="688390" y="77089"/>
                  </a:lnTo>
                  <a:lnTo>
                    <a:pt x="687374" y="77470"/>
                  </a:lnTo>
                  <a:lnTo>
                    <a:pt x="686612" y="78105"/>
                  </a:lnTo>
                  <a:lnTo>
                    <a:pt x="686104" y="78740"/>
                  </a:lnTo>
                  <a:lnTo>
                    <a:pt x="685723" y="79502"/>
                  </a:lnTo>
                  <a:lnTo>
                    <a:pt x="685723" y="238760"/>
                  </a:lnTo>
                  <a:lnTo>
                    <a:pt x="686104" y="239395"/>
                  </a:lnTo>
                  <a:lnTo>
                    <a:pt x="686612" y="240030"/>
                  </a:lnTo>
                  <a:lnTo>
                    <a:pt x="687374" y="240665"/>
                  </a:lnTo>
                  <a:lnTo>
                    <a:pt x="688390" y="241046"/>
                  </a:lnTo>
                  <a:lnTo>
                    <a:pt x="689533" y="241554"/>
                  </a:lnTo>
                  <a:lnTo>
                    <a:pt x="691388" y="242062"/>
                  </a:lnTo>
                  <a:lnTo>
                    <a:pt x="692835" y="242062"/>
                  </a:lnTo>
                  <a:lnTo>
                    <a:pt x="694740" y="242316"/>
                  </a:lnTo>
                  <a:lnTo>
                    <a:pt x="705027" y="242316"/>
                  </a:lnTo>
                  <a:lnTo>
                    <a:pt x="706932" y="242062"/>
                  </a:lnTo>
                  <a:lnTo>
                    <a:pt x="708202" y="242062"/>
                  </a:lnTo>
                  <a:lnTo>
                    <a:pt x="710234" y="241554"/>
                  </a:lnTo>
                  <a:lnTo>
                    <a:pt x="711250" y="241046"/>
                  </a:lnTo>
                  <a:lnTo>
                    <a:pt x="712266" y="240665"/>
                  </a:lnTo>
                  <a:lnTo>
                    <a:pt x="713028" y="240030"/>
                  </a:lnTo>
                  <a:lnTo>
                    <a:pt x="713409" y="239395"/>
                  </a:lnTo>
                  <a:lnTo>
                    <a:pt x="713917" y="238760"/>
                  </a:lnTo>
                  <a:lnTo>
                    <a:pt x="714171" y="237998"/>
                  </a:lnTo>
                  <a:lnTo>
                    <a:pt x="714171" y="80264"/>
                  </a:lnTo>
                  <a:close/>
                </a:path>
                <a:path w="836930" h="245110">
                  <a:moveTo>
                    <a:pt x="717473" y="21717"/>
                  </a:moveTo>
                  <a:lnTo>
                    <a:pt x="716229" y="17399"/>
                  </a:lnTo>
                  <a:lnTo>
                    <a:pt x="711250" y="12573"/>
                  </a:lnTo>
                  <a:lnTo>
                    <a:pt x="706678" y="11303"/>
                  </a:lnTo>
                  <a:lnTo>
                    <a:pt x="693089" y="11303"/>
                  </a:lnTo>
                  <a:lnTo>
                    <a:pt x="688390" y="12573"/>
                  </a:lnTo>
                  <a:lnTo>
                    <a:pt x="683310" y="17399"/>
                  </a:lnTo>
                  <a:lnTo>
                    <a:pt x="682104" y="21717"/>
                  </a:lnTo>
                  <a:lnTo>
                    <a:pt x="682040" y="35306"/>
                  </a:lnTo>
                  <a:lnTo>
                    <a:pt x="683310" y="39751"/>
                  </a:lnTo>
                  <a:lnTo>
                    <a:pt x="688263" y="44450"/>
                  </a:lnTo>
                  <a:lnTo>
                    <a:pt x="692835" y="45720"/>
                  </a:lnTo>
                  <a:lnTo>
                    <a:pt x="706424" y="45720"/>
                  </a:lnTo>
                  <a:lnTo>
                    <a:pt x="711123" y="44450"/>
                  </a:lnTo>
                  <a:lnTo>
                    <a:pt x="716064" y="39751"/>
                  </a:lnTo>
                  <a:lnTo>
                    <a:pt x="717397" y="35306"/>
                  </a:lnTo>
                  <a:lnTo>
                    <a:pt x="717473" y="21717"/>
                  </a:lnTo>
                  <a:close/>
                </a:path>
                <a:path w="836930" h="245110">
                  <a:moveTo>
                    <a:pt x="836599" y="151638"/>
                  </a:moveTo>
                  <a:lnTo>
                    <a:pt x="831392" y="142113"/>
                  </a:lnTo>
                  <a:lnTo>
                    <a:pt x="755954" y="142113"/>
                  </a:lnTo>
                  <a:lnTo>
                    <a:pt x="754303" y="142875"/>
                  </a:lnTo>
                  <a:lnTo>
                    <a:pt x="752271" y="146431"/>
                  </a:lnTo>
                  <a:lnTo>
                    <a:pt x="751763" y="149479"/>
                  </a:lnTo>
                  <a:lnTo>
                    <a:pt x="751763" y="158242"/>
                  </a:lnTo>
                  <a:lnTo>
                    <a:pt x="752271" y="161290"/>
                  </a:lnTo>
                  <a:lnTo>
                    <a:pt x="754303" y="164973"/>
                  </a:lnTo>
                  <a:lnTo>
                    <a:pt x="755954" y="165862"/>
                  </a:lnTo>
                  <a:lnTo>
                    <a:pt x="832408" y="165862"/>
                  </a:lnTo>
                  <a:lnTo>
                    <a:pt x="833932" y="164973"/>
                  </a:lnTo>
                  <a:lnTo>
                    <a:pt x="835964" y="161544"/>
                  </a:lnTo>
                  <a:lnTo>
                    <a:pt x="836599" y="158369"/>
                  </a:lnTo>
                  <a:lnTo>
                    <a:pt x="836599" y="153797"/>
                  </a:lnTo>
                  <a:lnTo>
                    <a:pt x="836599" y="15163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21383" y="2038985"/>
              <a:ext cx="698754" cy="24396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8924" y="2049526"/>
            <a:ext cx="1328250" cy="23342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57339" y="2449702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7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043508" y="2465704"/>
            <a:ext cx="3948429" cy="244475"/>
            <a:chOff x="1043508" y="2465704"/>
            <a:chExt cx="3948429" cy="24447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3508" y="2476245"/>
              <a:ext cx="1100378" cy="2334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80844" y="2465704"/>
              <a:ext cx="1628775" cy="244475"/>
            </a:xfrm>
            <a:custGeom>
              <a:avLst/>
              <a:gdLst/>
              <a:ahLst/>
              <a:cxnLst/>
              <a:rect l="l" t="t" r="r" b="b"/>
              <a:pathLst>
                <a:path w="1628775" h="244475">
                  <a:moveTo>
                    <a:pt x="84836" y="150876"/>
                  </a:moveTo>
                  <a:lnTo>
                    <a:pt x="79629" y="141351"/>
                  </a:lnTo>
                  <a:lnTo>
                    <a:pt x="4191" y="141351"/>
                  </a:lnTo>
                  <a:lnTo>
                    <a:pt x="2540" y="142113"/>
                  </a:lnTo>
                  <a:lnTo>
                    <a:pt x="508" y="145669"/>
                  </a:lnTo>
                  <a:lnTo>
                    <a:pt x="0" y="148717"/>
                  </a:lnTo>
                  <a:lnTo>
                    <a:pt x="0" y="157480"/>
                  </a:lnTo>
                  <a:lnTo>
                    <a:pt x="508" y="160528"/>
                  </a:lnTo>
                  <a:lnTo>
                    <a:pt x="2540" y="164211"/>
                  </a:lnTo>
                  <a:lnTo>
                    <a:pt x="4191" y="165100"/>
                  </a:lnTo>
                  <a:lnTo>
                    <a:pt x="80645" y="165100"/>
                  </a:lnTo>
                  <a:lnTo>
                    <a:pt x="82169" y="164211"/>
                  </a:lnTo>
                  <a:lnTo>
                    <a:pt x="84201" y="160782"/>
                  </a:lnTo>
                  <a:lnTo>
                    <a:pt x="84836" y="157607"/>
                  </a:lnTo>
                  <a:lnTo>
                    <a:pt x="84836" y="153035"/>
                  </a:lnTo>
                  <a:lnTo>
                    <a:pt x="84836" y="150876"/>
                  </a:lnTo>
                  <a:close/>
                </a:path>
                <a:path w="1628775" h="244475">
                  <a:moveTo>
                    <a:pt x="340868" y="78105"/>
                  </a:moveTo>
                  <a:lnTo>
                    <a:pt x="340487" y="77470"/>
                  </a:lnTo>
                  <a:lnTo>
                    <a:pt x="340106" y="76962"/>
                  </a:lnTo>
                  <a:lnTo>
                    <a:pt x="339344" y="76454"/>
                  </a:lnTo>
                  <a:lnTo>
                    <a:pt x="338823" y="76200"/>
                  </a:lnTo>
                  <a:lnTo>
                    <a:pt x="337439" y="75438"/>
                  </a:lnTo>
                  <a:lnTo>
                    <a:pt x="317627" y="75438"/>
                  </a:lnTo>
                  <a:lnTo>
                    <a:pt x="316865" y="75565"/>
                  </a:lnTo>
                  <a:lnTo>
                    <a:pt x="315468" y="76200"/>
                  </a:lnTo>
                  <a:lnTo>
                    <a:pt x="314706" y="76454"/>
                  </a:lnTo>
                  <a:lnTo>
                    <a:pt x="313944" y="76962"/>
                  </a:lnTo>
                  <a:lnTo>
                    <a:pt x="312928" y="78486"/>
                  </a:lnTo>
                  <a:lnTo>
                    <a:pt x="312762" y="78867"/>
                  </a:lnTo>
                  <a:lnTo>
                    <a:pt x="312648" y="79121"/>
                  </a:lnTo>
                  <a:lnTo>
                    <a:pt x="312547" y="79375"/>
                  </a:lnTo>
                  <a:lnTo>
                    <a:pt x="312420" y="79883"/>
                  </a:lnTo>
                  <a:lnTo>
                    <a:pt x="312293" y="80391"/>
                  </a:lnTo>
                  <a:lnTo>
                    <a:pt x="275209" y="209042"/>
                  </a:lnTo>
                  <a:lnTo>
                    <a:pt x="274955" y="210693"/>
                  </a:lnTo>
                  <a:lnTo>
                    <a:pt x="274701" y="209042"/>
                  </a:lnTo>
                  <a:lnTo>
                    <a:pt x="249097" y="120650"/>
                  </a:lnTo>
                  <a:lnTo>
                    <a:pt x="237426" y="80391"/>
                  </a:lnTo>
                  <a:lnTo>
                    <a:pt x="237159" y="79375"/>
                  </a:lnTo>
                  <a:lnTo>
                    <a:pt x="237109" y="79121"/>
                  </a:lnTo>
                  <a:lnTo>
                    <a:pt x="237020" y="78867"/>
                  </a:lnTo>
                  <a:lnTo>
                    <a:pt x="236893" y="78486"/>
                  </a:lnTo>
                  <a:lnTo>
                    <a:pt x="236651" y="78105"/>
                  </a:lnTo>
                  <a:lnTo>
                    <a:pt x="236347" y="77724"/>
                  </a:lnTo>
                  <a:lnTo>
                    <a:pt x="235839" y="76962"/>
                  </a:lnTo>
                  <a:lnTo>
                    <a:pt x="235077" y="76454"/>
                  </a:lnTo>
                  <a:lnTo>
                    <a:pt x="234391" y="76200"/>
                  </a:lnTo>
                  <a:lnTo>
                    <a:pt x="233045" y="75565"/>
                  </a:lnTo>
                  <a:lnTo>
                    <a:pt x="232333" y="75438"/>
                  </a:lnTo>
                  <a:lnTo>
                    <a:pt x="213423" y="75438"/>
                  </a:lnTo>
                  <a:lnTo>
                    <a:pt x="212725" y="75565"/>
                  </a:lnTo>
                  <a:lnTo>
                    <a:pt x="211366" y="76200"/>
                  </a:lnTo>
                  <a:lnTo>
                    <a:pt x="210693" y="76454"/>
                  </a:lnTo>
                  <a:lnTo>
                    <a:pt x="209931" y="76962"/>
                  </a:lnTo>
                  <a:lnTo>
                    <a:pt x="209423" y="77724"/>
                  </a:lnTo>
                  <a:lnTo>
                    <a:pt x="208788" y="78486"/>
                  </a:lnTo>
                  <a:lnTo>
                    <a:pt x="173736" y="209042"/>
                  </a:lnTo>
                  <a:lnTo>
                    <a:pt x="173355" y="210693"/>
                  </a:lnTo>
                  <a:lnTo>
                    <a:pt x="173101" y="209042"/>
                  </a:lnTo>
                  <a:lnTo>
                    <a:pt x="135382" y="80391"/>
                  </a:lnTo>
                  <a:lnTo>
                    <a:pt x="135255" y="79883"/>
                  </a:lnTo>
                  <a:lnTo>
                    <a:pt x="135128" y="79375"/>
                  </a:lnTo>
                  <a:lnTo>
                    <a:pt x="134620" y="78486"/>
                  </a:lnTo>
                  <a:lnTo>
                    <a:pt x="134239" y="77724"/>
                  </a:lnTo>
                  <a:lnTo>
                    <a:pt x="133731" y="76962"/>
                  </a:lnTo>
                  <a:lnTo>
                    <a:pt x="132969" y="76454"/>
                  </a:lnTo>
                  <a:lnTo>
                    <a:pt x="132283" y="76200"/>
                  </a:lnTo>
                  <a:lnTo>
                    <a:pt x="130937" y="75565"/>
                  </a:lnTo>
                  <a:lnTo>
                    <a:pt x="130162" y="75438"/>
                  </a:lnTo>
                  <a:lnTo>
                    <a:pt x="109601" y="75438"/>
                  </a:lnTo>
                  <a:lnTo>
                    <a:pt x="107315" y="76200"/>
                  </a:lnTo>
                  <a:lnTo>
                    <a:pt x="106997" y="76454"/>
                  </a:lnTo>
                  <a:lnTo>
                    <a:pt x="106476" y="76962"/>
                  </a:lnTo>
                  <a:lnTo>
                    <a:pt x="106172" y="77470"/>
                  </a:lnTo>
                  <a:lnTo>
                    <a:pt x="105664" y="78105"/>
                  </a:lnTo>
                  <a:lnTo>
                    <a:pt x="152527" y="235458"/>
                  </a:lnTo>
                  <a:lnTo>
                    <a:pt x="154178" y="238379"/>
                  </a:lnTo>
                  <a:lnTo>
                    <a:pt x="154901" y="239395"/>
                  </a:lnTo>
                  <a:lnTo>
                    <a:pt x="155028" y="239395"/>
                  </a:lnTo>
                  <a:lnTo>
                    <a:pt x="156171" y="240030"/>
                  </a:lnTo>
                  <a:lnTo>
                    <a:pt x="156413" y="240030"/>
                  </a:lnTo>
                  <a:lnTo>
                    <a:pt x="157353" y="240284"/>
                  </a:lnTo>
                  <a:lnTo>
                    <a:pt x="159092" y="240919"/>
                  </a:lnTo>
                  <a:lnTo>
                    <a:pt x="159385" y="240919"/>
                  </a:lnTo>
                  <a:lnTo>
                    <a:pt x="161290" y="241300"/>
                  </a:lnTo>
                  <a:lnTo>
                    <a:pt x="162941" y="241300"/>
                  </a:lnTo>
                  <a:lnTo>
                    <a:pt x="165100" y="241554"/>
                  </a:lnTo>
                  <a:lnTo>
                    <a:pt x="178181" y="241554"/>
                  </a:lnTo>
                  <a:lnTo>
                    <a:pt x="182753" y="241300"/>
                  </a:lnTo>
                  <a:lnTo>
                    <a:pt x="197891" y="210693"/>
                  </a:lnTo>
                  <a:lnTo>
                    <a:pt x="221615" y="122174"/>
                  </a:lnTo>
                  <a:lnTo>
                    <a:pt x="221996" y="120650"/>
                  </a:lnTo>
                  <a:lnTo>
                    <a:pt x="222250" y="122174"/>
                  </a:lnTo>
                  <a:lnTo>
                    <a:pt x="255016" y="235458"/>
                  </a:lnTo>
                  <a:lnTo>
                    <a:pt x="255397" y="236601"/>
                  </a:lnTo>
                  <a:lnTo>
                    <a:pt x="256032" y="237744"/>
                  </a:lnTo>
                  <a:lnTo>
                    <a:pt x="256667" y="238379"/>
                  </a:lnTo>
                  <a:lnTo>
                    <a:pt x="256844" y="238633"/>
                  </a:lnTo>
                  <a:lnTo>
                    <a:pt x="257492" y="239395"/>
                  </a:lnTo>
                  <a:lnTo>
                    <a:pt x="258521" y="240030"/>
                  </a:lnTo>
                  <a:lnTo>
                    <a:pt x="258826" y="240030"/>
                  </a:lnTo>
                  <a:lnTo>
                    <a:pt x="259842" y="240284"/>
                  </a:lnTo>
                  <a:lnTo>
                    <a:pt x="261581" y="240919"/>
                  </a:lnTo>
                  <a:lnTo>
                    <a:pt x="261874" y="240919"/>
                  </a:lnTo>
                  <a:lnTo>
                    <a:pt x="263779" y="241300"/>
                  </a:lnTo>
                  <a:lnTo>
                    <a:pt x="265684" y="241300"/>
                  </a:lnTo>
                  <a:lnTo>
                    <a:pt x="268097" y="241554"/>
                  </a:lnTo>
                  <a:lnTo>
                    <a:pt x="281051" y="241554"/>
                  </a:lnTo>
                  <a:lnTo>
                    <a:pt x="293497" y="235458"/>
                  </a:lnTo>
                  <a:lnTo>
                    <a:pt x="301167" y="210693"/>
                  </a:lnTo>
                  <a:lnTo>
                    <a:pt x="339471" y="87249"/>
                  </a:lnTo>
                  <a:lnTo>
                    <a:pt x="340106" y="85471"/>
                  </a:lnTo>
                  <a:lnTo>
                    <a:pt x="340487" y="84074"/>
                  </a:lnTo>
                  <a:lnTo>
                    <a:pt x="340741" y="82931"/>
                  </a:lnTo>
                  <a:lnTo>
                    <a:pt x="340868" y="78105"/>
                  </a:lnTo>
                  <a:close/>
                </a:path>
                <a:path w="1628775" h="244475">
                  <a:moveTo>
                    <a:pt x="405892" y="79502"/>
                  </a:moveTo>
                  <a:lnTo>
                    <a:pt x="405638" y="78740"/>
                  </a:lnTo>
                  <a:lnTo>
                    <a:pt x="405130" y="77978"/>
                  </a:lnTo>
                  <a:lnTo>
                    <a:pt x="404749" y="77343"/>
                  </a:lnTo>
                  <a:lnTo>
                    <a:pt x="403987" y="76708"/>
                  </a:lnTo>
                  <a:lnTo>
                    <a:pt x="402971" y="76327"/>
                  </a:lnTo>
                  <a:lnTo>
                    <a:pt x="401955" y="75819"/>
                  </a:lnTo>
                  <a:lnTo>
                    <a:pt x="400431" y="75438"/>
                  </a:lnTo>
                  <a:lnTo>
                    <a:pt x="398653" y="75184"/>
                  </a:lnTo>
                  <a:lnTo>
                    <a:pt x="384556" y="75184"/>
                  </a:lnTo>
                  <a:lnTo>
                    <a:pt x="382651" y="75438"/>
                  </a:lnTo>
                  <a:lnTo>
                    <a:pt x="381254" y="75819"/>
                  </a:lnTo>
                  <a:lnTo>
                    <a:pt x="380111" y="76327"/>
                  </a:lnTo>
                  <a:lnTo>
                    <a:pt x="379095" y="76708"/>
                  </a:lnTo>
                  <a:lnTo>
                    <a:pt x="378333" y="77343"/>
                  </a:lnTo>
                  <a:lnTo>
                    <a:pt x="377825" y="77978"/>
                  </a:lnTo>
                  <a:lnTo>
                    <a:pt x="377444" y="78740"/>
                  </a:lnTo>
                  <a:lnTo>
                    <a:pt x="377444" y="237998"/>
                  </a:lnTo>
                  <a:lnTo>
                    <a:pt x="377825" y="238633"/>
                  </a:lnTo>
                  <a:lnTo>
                    <a:pt x="378333" y="239268"/>
                  </a:lnTo>
                  <a:lnTo>
                    <a:pt x="379095" y="239903"/>
                  </a:lnTo>
                  <a:lnTo>
                    <a:pt x="380111" y="240284"/>
                  </a:lnTo>
                  <a:lnTo>
                    <a:pt x="381254" y="240792"/>
                  </a:lnTo>
                  <a:lnTo>
                    <a:pt x="383108" y="241300"/>
                  </a:lnTo>
                  <a:lnTo>
                    <a:pt x="384556" y="241300"/>
                  </a:lnTo>
                  <a:lnTo>
                    <a:pt x="386461" y="241554"/>
                  </a:lnTo>
                  <a:lnTo>
                    <a:pt x="396748" y="241554"/>
                  </a:lnTo>
                  <a:lnTo>
                    <a:pt x="398653" y="241300"/>
                  </a:lnTo>
                  <a:lnTo>
                    <a:pt x="399923" y="241300"/>
                  </a:lnTo>
                  <a:lnTo>
                    <a:pt x="401955" y="240792"/>
                  </a:lnTo>
                  <a:lnTo>
                    <a:pt x="402971" y="240284"/>
                  </a:lnTo>
                  <a:lnTo>
                    <a:pt x="403987" y="239903"/>
                  </a:lnTo>
                  <a:lnTo>
                    <a:pt x="404749" y="239268"/>
                  </a:lnTo>
                  <a:lnTo>
                    <a:pt x="405130" y="238633"/>
                  </a:lnTo>
                  <a:lnTo>
                    <a:pt x="405638" y="237998"/>
                  </a:lnTo>
                  <a:lnTo>
                    <a:pt x="405892" y="237236"/>
                  </a:lnTo>
                  <a:lnTo>
                    <a:pt x="405892" y="79502"/>
                  </a:lnTo>
                  <a:close/>
                </a:path>
                <a:path w="1628775" h="244475">
                  <a:moveTo>
                    <a:pt x="409194" y="20955"/>
                  </a:moveTo>
                  <a:lnTo>
                    <a:pt x="407949" y="16637"/>
                  </a:lnTo>
                  <a:lnTo>
                    <a:pt x="402971" y="11811"/>
                  </a:lnTo>
                  <a:lnTo>
                    <a:pt x="398399" y="10541"/>
                  </a:lnTo>
                  <a:lnTo>
                    <a:pt x="384810" y="10541"/>
                  </a:lnTo>
                  <a:lnTo>
                    <a:pt x="380111" y="11811"/>
                  </a:lnTo>
                  <a:lnTo>
                    <a:pt x="375031" y="16637"/>
                  </a:lnTo>
                  <a:lnTo>
                    <a:pt x="373824" y="20955"/>
                  </a:lnTo>
                  <a:lnTo>
                    <a:pt x="373761" y="34544"/>
                  </a:lnTo>
                  <a:lnTo>
                    <a:pt x="374992" y="38862"/>
                  </a:lnTo>
                  <a:lnTo>
                    <a:pt x="375031" y="38989"/>
                  </a:lnTo>
                  <a:lnTo>
                    <a:pt x="379984" y="43688"/>
                  </a:lnTo>
                  <a:lnTo>
                    <a:pt x="384556" y="44958"/>
                  </a:lnTo>
                  <a:lnTo>
                    <a:pt x="398145" y="44958"/>
                  </a:lnTo>
                  <a:lnTo>
                    <a:pt x="402844" y="43688"/>
                  </a:lnTo>
                  <a:lnTo>
                    <a:pt x="407924" y="38862"/>
                  </a:lnTo>
                  <a:lnTo>
                    <a:pt x="409117" y="34544"/>
                  </a:lnTo>
                  <a:lnTo>
                    <a:pt x="409194" y="20955"/>
                  </a:lnTo>
                  <a:close/>
                </a:path>
                <a:path w="1628775" h="244475">
                  <a:moveTo>
                    <a:pt x="556006" y="187198"/>
                  </a:moveTo>
                  <a:lnTo>
                    <a:pt x="554977" y="181991"/>
                  </a:lnTo>
                  <a:lnTo>
                    <a:pt x="554863" y="181356"/>
                  </a:lnTo>
                  <a:lnTo>
                    <a:pt x="552577" y="176530"/>
                  </a:lnTo>
                  <a:lnTo>
                    <a:pt x="521335" y="150495"/>
                  </a:lnTo>
                  <a:lnTo>
                    <a:pt x="511429" y="146685"/>
                  </a:lnTo>
                  <a:lnTo>
                    <a:pt x="506603" y="144653"/>
                  </a:lnTo>
                  <a:lnTo>
                    <a:pt x="476758" y="121666"/>
                  </a:lnTo>
                  <a:lnTo>
                    <a:pt x="476758" y="113919"/>
                  </a:lnTo>
                  <a:lnTo>
                    <a:pt x="483997" y="100965"/>
                  </a:lnTo>
                  <a:lnTo>
                    <a:pt x="485990" y="99187"/>
                  </a:lnTo>
                  <a:lnTo>
                    <a:pt x="501015" y="94615"/>
                  </a:lnTo>
                  <a:lnTo>
                    <a:pt x="511302" y="94615"/>
                  </a:lnTo>
                  <a:lnTo>
                    <a:pt x="538988" y="104775"/>
                  </a:lnTo>
                  <a:lnTo>
                    <a:pt x="541020" y="106045"/>
                  </a:lnTo>
                  <a:lnTo>
                    <a:pt x="542836" y="106807"/>
                  </a:lnTo>
                  <a:lnTo>
                    <a:pt x="543877" y="106807"/>
                  </a:lnTo>
                  <a:lnTo>
                    <a:pt x="546862" y="104013"/>
                  </a:lnTo>
                  <a:lnTo>
                    <a:pt x="547370" y="103124"/>
                  </a:lnTo>
                  <a:lnTo>
                    <a:pt x="547573" y="102108"/>
                  </a:lnTo>
                  <a:lnTo>
                    <a:pt x="547674" y="101219"/>
                  </a:lnTo>
                  <a:lnTo>
                    <a:pt x="547738" y="100584"/>
                  </a:lnTo>
                  <a:lnTo>
                    <a:pt x="547979" y="99187"/>
                  </a:lnTo>
                  <a:lnTo>
                    <a:pt x="548005" y="94615"/>
                  </a:lnTo>
                  <a:lnTo>
                    <a:pt x="548005" y="91948"/>
                  </a:lnTo>
                  <a:lnTo>
                    <a:pt x="547751" y="90678"/>
                  </a:lnTo>
                  <a:lnTo>
                    <a:pt x="547624" y="89408"/>
                  </a:lnTo>
                  <a:lnTo>
                    <a:pt x="547370" y="88392"/>
                  </a:lnTo>
                  <a:lnTo>
                    <a:pt x="547243" y="87503"/>
                  </a:lnTo>
                  <a:lnTo>
                    <a:pt x="547116" y="86614"/>
                  </a:lnTo>
                  <a:lnTo>
                    <a:pt x="546354" y="85090"/>
                  </a:lnTo>
                  <a:lnTo>
                    <a:pt x="545973" y="84455"/>
                  </a:lnTo>
                  <a:lnTo>
                    <a:pt x="545211" y="83566"/>
                  </a:lnTo>
                  <a:lnTo>
                    <a:pt x="543941" y="82677"/>
                  </a:lnTo>
                  <a:lnTo>
                    <a:pt x="542798" y="81788"/>
                  </a:lnTo>
                  <a:lnTo>
                    <a:pt x="540893" y="80645"/>
                  </a:lnTo>
                  <a:lnTo>
                    <a:pt x="538607" y="79502"/>
                  </a:lnTo>
                  <a:lnTo>
                    <a:pt x="536194" y="78232"/>
                  </a:lnTo>
                  <a:lnTo>
                    <a:pt x="533400" y="77089"/>
                  </a:lnTo>
                  <a:lnTo>
                    <a:pt x="529971" y="76073"/>
                  </a:lnTo>
                  <a:lnTo>
                    <a:pt x="526669" y="75057"/>
                  </a:lnTo>
                  <a:lnTo>
                    <a:pt x="522859" y="74168"/>
                  </a:lnTo>
                  <a:lnTo>
                    <a:pt x="518668" y="73533"/>
                  </a:lnTo>
                  <a:lnTo>
                    <a:pt x="514604" y="72771"/>
                  </a:lnTo>
                  <a:lnTo>
                    <a:pt x="510413" y="72517"/>
                  </a:lnTo>
                  <a:lnTo>
                    <a:pt x="496824" y="72517"/>
                  </a:lnTo>
                  <a:lnTo>
                    <a:pt x="458851" y="90678"/>
                  </a:lnTo>
                  <a:lnTo>
                    <a:pt x="449326" y="112649"/>
                  </a:lnTo>
                  <a:lnTo>
                    <a:pt x="449326" y="125730"/>
                  </a:lnTo>
                  <a:lnTo>
                    <a:pt x="474218" y="158496"/>
                  </a:lnTo>
                  <a:lnTo>
                    <a:pt x="478917" y="161036"/>
                  </a:lnTo>
                  <a:lnTo>
                    <a:pt x="483743" y="163322"/>
                  </a:lnTo>
                  <a:lnTo>
                    <a:pt x="488696" y="165227"/>
                  </a:lnTo>
                  <a:lnTo>
                    <a:pt x="493522" y="167259"/>
                  </a:lnTo>
                  <a:lnTo>
                    <a:pt x="524383" y="185039"/>
                  </a:lnTo>
                  <a:lnTo>
                    <a:pt x="526669" y="187960"/>
                  </a:lnTo>
                  <a:lnTo>
                    <a:pt x="527685" y="191643"/>
                  </a:lnTo>
                  <a:lnTo>
                    <a:pt x="527685" y="200406"/>
                  </a:lnTo>
                  <a:lnTo>
                    <a:pt x="526923" y="204089"/>
                  </a:lnTo>
                  <a:lnTo>
                    <a:pt x="525526" y="206883"/>
                  </a:lnTo>
                  <a:lnTo>
                    <a:pt x="523989" y="210058"/>
                  </a:lnTo>
                  <a:lnTo>
                    <a:pt x="523875" y="210312"/>
                  </a:lnTo>
                  <a:lnTo>
                    <a:pt x="521589" y="212852"/>
                  </a:lnTo>
                  <a:lnTo>
                    <a:pt x="518668" y="214884"/>
                  </a:lnTo>
                  <a:lnTo>
                    <a:pt x="515874" y="216916"/>
                  </a:lnTo>
                  <a:lnTo>
                    <a:pt x="512445" y="218440"/>
                  </a:lnTo>
                  <a:lnTo>
                    <a:pt x="508508" y="219456"/>
                  </a:lnTo>
                  <a:lnTo>
                    <a:pt x="504571" y="220599"/>
                  </a:lnTo>
                  <a:lnTo>
                    <a:pt x="500126" y="221107"/>
                  </a:lnTo>
                  <a:lnTo>
                    <a:pt x="488823" y="221107"/>
                  </a:lnTo>
                  <a:lnTo>
                    <a:pt x="453517" y="206883"/>
                  </a:lnTo>
                  <a:lnTo>
                    <a:pt x="451739" y="206121"/>
                  </a:lnTo>
                  <a:lnTo>
                    <a:pt x="449580" y="206121"/>
                  </a:lnTo>
                  <a:lnTo>
                    <a:pt x="448945" y="206375"/>
                  </a:lnTo>
                  <a:lnTo>
                    <a:pt x="447675" y="207137"/>
                  </a:lnTo>
                  <a:lnTo>
                    <a:pt x="447167" y="207772"/>
                  </a:lnTo>
                  <a:lnTo>
                    <a:pt x="446874" y="208534"/>
                  </a:lnTo>
                  <a:lnTo>
                    <a:pt x="446405" y="209677"/>
                  </a:lnTo>
                  <a:lnTo>
                    <a:pt x="446151" y="210947"/>
                  </a:lnTo>
                  <a:lnTo>
                    <a:pt x="445681" y="213614"/>
                  </a:lnTo>
                  <a:lnTo>
                    <a:pt x="445643" y="213868"/>
                  </a:lnTo>
                  <a:lnTo>
                    <a:pt x="445516" y="221488"/>
                  </a:lnTo>
                  <a:lnTo>
                    <a:pt x="445897" y="224409"/>
                  </a:lnTo>
                  <a:lnTo>
                    <a:pt x="479615" y="242824"/>
                  </a:lnTo>
                  <a:lnTo>
                    <a:pt x="479755" y="242824"/>
                  </a:lnTo>
                  <a:lnTo>
                    <a:pt x="483997" y="243459"/>
                  </a:lnTo>
                  <a:lnTo>
                    <a:pt x="489204" y="243967"/>
                  </a:lnTo>
                  <a:lnTo>
                    <a:pt x="503809" y="243967"/>
                  </a:lnTo>
                  <a:lnTo>
                    <a:pt x="512064" y="242824"/>
                  </a:lnTo>
                  <a:lnTo>
                    <a:pt x="527050" y="238506"/>
                  </a:lnTo>
                  <a:lnTo>
                    <a:pt x="533527" y="235204"/>
                  </a:lnTo>
                  <a:lnTo>
                    <a:pt x="538988" y="230886"/>
                  </a:lnTo>
                  <a:lnTo>
                    <a:pt x="544449" y="226695"/>
                  </a:lnTo>
                  <a:lnTo>
                    <a:pt x="548538" y="221488"/>
                  </a:lnTo>
                  <a:lnTo>
                    <a:pt x="548754" y="221107"/>
                  </a:lnTo>
                  <a:lnTo>
                    <a:pt x="554482" y="208915"/>
                  </a:lnTo>
                  <a:lnTo>
                    <a:pt x="556006" y="201803"/>
                  </a:lnTo>
                  <a:lnTo>
                    <a:pt x="556006" y="187198"/>
                  </a:lnTo>
                  <a:close/>
                </a:path>
                <a:path w="1628775" h="244475">
                  <a:moveTo>
                    <a:pt x="729869" y="156083"/>
                  </a:moveTo>
                  <a:lnTo>
                    <a:pt x="729754" y="143002"/>
                  </a:lnTo>
                  <a:lnTo>
                    <a:pt x="729653" y="139865"/>
                  </a:lnTo>
                  <a:lnTo>
                    <a:pt x="729627" y="138811"/>
                  </a:lnTo>
                  <a:lnTo>
                    <a:pt x="728980" y="132372"/>
                  </a:lnTo>
                  <a:lnTo>
                    <a:pt x="728891" y="131533"/>
                  </a:lnTo>
                  <a:lnTo>
                    <a:pt x="727710" y="124714"/>
                  </a:lnTo>
                  <a:lnTo>
                    <a:pt x="727671" y="124472"/>
                  </a:lnTo>
                  <a:lnTo>
                    <a:pt x="714209" y="94869"/>
                  </a:lnTo>
                  <a:lnTo>
                    <a:pt x="713740" y="94234"/>
                  </a:lnTo>
                  <a:lnTo>
                    <a:pt x="709282" y="89522"/>
                  </a:lnTo>
                  <a:lnTo>
                    <a:pt x="704278" y="85305"/>
                  </a:lnTo>
                  <a:lnTo>
                    <a:pt x="701167" y="83235"/>
                  </a:lnTo>
                  <a:lnTo>
                    <a:pt x="701167" y="143002"/>
                  </a:lnTo>
                  <a:lnTo>
                    <a:pt x="615950" y="143002"/>
                  </a:lnTo>
                  <a:lnTo>
                    <a:pt x="616064" y="139865"/>
                  </a:lnTo>
                  <a:lnTo>
                    <a:pt x="616115" y="138811"/>
                  </a:lnTo>
                  <a:lnTo>
                    <a:pt x="616204" y="136652"/>
                  </a:lnTo>
                  <a:lnTo>
                    <a:pt x="635673" y="101549"/>
                  </a:lnTo>
                  <a:lnTo>
                    <a:pt x="652653" y="94869"/>
                  </a:lnTo>
                  <a:lnTo>
                    <a:pt x="659765" y="94869"/>
                  </a:lnTo>
                  <a:lnTo>
                    <a:pt x="695680" y="114706"/>
                  </a:lnTo>
                  <a:lnTo>
                    <a:pt x="701167" y="143002"/>
                  </a:lnTo>
                  <a:lnTo>
                    <a:pt x="701167" y="83235"/>
                  </a:lnTo>
                  <a:lnTo>
                    <a:pt x="661289" y="72517"/>
                  </a:lnTo>
                  <a:lnTo>
                    <a:pt x="652843" y="72885"/>
                  </a:lnTo>
                  <a:lnTo>
                    <a:pt x="611670" y="90347"/>
                  </a:lnTo>
                  <a:lnTo>
                    <a:pt x="591527" y="122923"/>
                  </a:lnTo>
                  <a:lnTo>
                    <a:pt x="586447" y="156083"/>
                  </a:lnTo>
                  <a:lnTo>
                    <a:pt x="586498" y="163957"/>
                  </a:lnTo>
                  <a:lnTo>
                    <a:pt x="594169" y="203746"/>
                  </a:lnTo>
                  <a:lnTo>
                    <a:pt x="601522" y="216789"/>
                  </a:lnTo>
                  <a:lnTo>
                    <a:pt x="601649" y="216992"/>
                  </a:lnTo>
                  <a:lnTo>
                    <a:pt x="638200" y="240969"/>
                  </a:lnTo>
                  <a:lnTo>
                    <a:pt x="664337" y="243967"/>
                  </a:lnTo>
                  <a:lnTo>
                    <a:pt x="671703" y="243967"/>
                  </a:lnTo>
                  <a:lnTo>
                    <a:pt x="711454" y="235712"/>
                  </a:lnTo>
                  <a:lnTo>
                    <a:pt x="722630" y="226822"/>
                  </a:lnTo>
                  <a:lnTo>
                    <a:pt x="722884" y="226060"/>
                  </a:lnTo>
                  <a:lnTo>
                    <a:pt x="723011" y="225044"/>
                  </a:lnTo>
                  <a:lnTo>
                    <a:pt x="723011" y="220726"/>
                  </a:lnTo>
                  <a:lnTo>
                    <a:pt x="719455" y="208915"/>
                  </a:lnTo>
                  <a:lnTo>
                    <a:pt x="717169" y="208915"/>
                  </a:lnTo>
                  <a:lnTo>
                    <a:pt x="715137" y="209550"/>
                  </a:lnTo>
                  <a:lnTo>
                    <a:pt x="712470" y="210693"/>
                  </a:lnTo>
                  <a:lnTo>
                    <a:pt x="709676" y="211963"/>
                  </a:lnTo>
                  <a:lnTo>
                    <a:pt x="706247" y="213360"/>
                  </a:lnTo>
                  <a:lnTo>
                    <a:pt x="701929" y="214757"/>
                  </a:lnTo>
                  <a:lnTo>
                    <a:pt x="697738" y="216281"/>
                  </a:lnTo>
                  <a:lnTo>
                    <a:pt x="692658" y="217678"/>
                  </a:lnTo>
                  <a:lnTo>
                    <a:pt x="686943" y="218948"/>
                  </a:lnTo>
                  <a:lnTo>
                    <a:pt x="681101" y="220091"/>
                  </a:lnTo>
                  <a:lnTo>
                    <a:pt x="674497" y="220726"/>
                  </a:lnTo>
                  <a:lnTo>
                    <a:pt x="657606" y="220726"/>
                  </a:lnTo>
                  <a:lnTo>
                    <a:pt x="627253" y="205232"/>
                  </a:lnTo>
                  <a:lnTo>
                    <a:pt x="623189" y="200279"/>
                  </a:lnTo>
                  <a:lnTo>
                    <a:pt x="620268" y="194310"/>
                  </a:lnTo>
                  <a:lnTo>
                    <a:pt x="618693" y="187782"/>
                  </a:lnTo>
                  <a:lnTo>
                    <a:pt x="616839" y="180467"/>
                  </a:lnTo>
                  <a:lnTo>
                    <a:pt x="615950" y="172720"/>
                  </a:lnTo>
                  <a:lnTo>
                    <a:pt x="615950" y="163957"/>
                  </a:lnTo>
                  <a:lnTo>
                    <a:pt x="721614" y="163957"/>
                  </a:lnTo>
                  <a:lnTo>
                    <a:pt x="724281" y="163068"/>
                  </a:lnTo>
                  <a:lnTo>
                    <a:pt x="726440" y="161163"/>
                  </a:lnTo>
                  <a:lnTo>
                    <a:pt x="728726" y="159258"/>
                  </a:lnTo>
                  <a:lnTo>
                    <a:pt x="729869" y="156083"/>
                  </a:lnTo>
                  <a:close/>
                </a:path>
                <a:path w="1628775" h="244475">
                  <a:moveTo>
                    <a:pt x="981456" y="25019"/>
                  </a:moveTo>
                  <a:lnTo>
                    <a:pt x="978281" y="17145"/>
                  </a:lnTo>
                  <a:lnTo>
                    <a:pt x="977265" y="16510"/>
                  </a:lnTo>
                  <a:lnTo>
                    <a:pt x="976503" y="16256"/>
                  </a:lnTo>
                  <a:lnTo>
                    <a:pt x="872109" y="16256"/>
                  </a:lnTo>
                  <a:lnTo>
                    <a:pt x="869569" y="17145"/>
                  </a:lnTo>
                  <a:lnTo>
                    <a:pt x="864870" y="20828"/>
                  </a:lnTo>
                  <a:lnTo>
                    <a:pt x="863727" y="23876"/>
                  </a:lnTo>
                  <a:lnTo>
                    <a:pt x="863727" y="236982"/>
                  </a:lnTo>
                  <a:lnTo>
                    <a:pt x="863854" y="237744"/>
                  </a:lnTo>
                  <a:lnTo>
                    <a:pt x="864870" y="239268"/>
                  </a:lnTo>
                  <a:lnTo>
                    <a:pt x="865632" y="239776"/>
                  </a:lnTo>
                  <a:lnTo>
                    <a:pt x="866775" y="240157"/>
                  </a:lnTo>
                  <a:lnTo>
                    <a:pt x="867918" y="240665"/>
                  </a:lnTo>
                  <a:lnTo>
                    <a:pt x="869569" y="240919"/>
                  </a:lnTo>
                  <a:lnTo>
                    <a:pt x="871474" y="241300"/>
                  </a:lnTo>
                  <a:lnTo>
                    <a:pt x="873379" y="241554"/>
                  </a:lnTo>
                  <a:lnTo>
                    <a:pt x="884047" y="241554"/>
                  </a:lnTo>
                  <a:lnTo>
                    <a:pt x="885825" y="241300"/>
                  </a:lnTo>
                  <a:lnTo>
                    <a:pt x="887730" y="240919"/>
                  </a:lnTo>
                  <a:lnTo>
                    <a:pt x="889254" y="240665"/>
                  </a:lnTo>
                  <a:lnTo>
                    <a:pt x="890397" y="240157"/>
                  </a:lnTo>
                  <a:lnTo>
                    <a:pt x="891540" y="239776"/>
                  </a:lnTo>
                  <a:lnTo>
                    <a:pt x="892302" y="239268"/>
                  </a:lnTo>
                  <a:lnTo>
                    <a:pt x="893318" y="237744"/>
                  </a:lnTo>
                  <a:lnTo>
                    <a:pt x="893445" y="142748"/>
                  </a:lnTo>
                  <a:lnTo>
                    <a:pt x="971931" y="142748"/>
                  </a:lnTo>
                  <a:lnTo>
                    <a:pt x="972820" y="142494"/>
                  </a:lnTo>
                  <a:lnTo>
                    <a:pt x="973455" y="141859"/>
                  </a:lnTo>
                  <a:lnTo>
                    <a:pt x="974217" y="141351"/>
                  </a:lnTo>
                  <a:lnTo>
                    <a:pt x="974979" y="140589"/>
                  </a:lnTo>
                  <a:lnTo>
                    <a:pt x="975487" y="139700"/>
                  </a:lnTo>
                  <a:lnTo>
                    <a:pt x="976122" y="138684"/>
                  </a:lnTo>
                  <a:lnTo>
                    <a:pt x="976503" y="137414"/>
                  </a:lnTo>
                  <a:lnTo>
                    <a:pt x="977011" y="134239"/>
                  </a:lnTo>
                  <a:lnTo>
                    <a:pt x="977011" y="125730"/>
                  </a:lnTo>
                  <a:lnTo>
                    <a:pt x="976503" y="122682"/>
                  </a:lnTo>
                  <a:lnTo>
                    <a:pt x="976122" y="121412"/>
                  </a:lnTo>
                  <a:lnTo>
                    <a:pt x="975487" y="120523"/>
                  </a:lnTo>
                  <a:lnTo>
                    <a:pt x="974979" y="119634"/>
                  </a:lnTo>
                  <a:lnTo>
                    <a:pt x="974217" y="118872"/>
                  </a:lnTo>
                  <a:lnTo>
                    <a:pt x="973455" y="118491"/>
                  </a:lnTo>
                  <a:lnTo>
                    <a:pt x="972820" y="118110"/>
                  </a:lnTo>
                  <a:lnTo>
                    <a:pt x="971931" y="117856"/>
                  </a:lnTo>
                  <a:lnTo>
                    <a:pt x="893445" y="117856"/>
                  </a:lnTo>
                  <a:lnTo>
                    <a:pt x="893445" y="41656"/>
                  </a:lnTo>
                  <a:lnTo>
                    <a:pt x="976503" y="41656"/>
                  </a:lnTo>
                  <a:lnTo>
                    <a:pt x="977265" y="41402"/>
                  </a:lnTo>
                  <a:lnTo>
                    <a:pt x="978027" y="40894"/>
                  </a:lnTo>
                  <a:lnTo>
                    <a:pt x="978789" y="40513"/>
                  </a:lnTo>
                  <a:lnTo>
                    <a:pt x="981456" y="33274"/>
                  </a:lnTo>
                  <a:lnTo>
                    <a:pt x="981456" y="25019"/>
                  </a:lnTo>
                  <a:close/>
                </a:path>
                <a:path w="1628775" h="244475">
                  <a:moveTo>
                    <a:pt x="1152017" y="156083"/>
                  </a:moveTo>
                  <a:lnTo>
                    <a:pt x="1151902" y="143002"/>
                  </a:lnTo>
                  <a:lnTo>
                    <a:pt x="1151801" y="139865"/>
                  </a:lnTo>
                  <a:lnTo>
                    <a:pt x="1151775" y="138811"/>
                  </a:lnTo>
                  <a:lnTo>
                    <a:pt x="1151128" y="132372"/>
                  </a:lnTo>
                  <a:lnTo>
                    <a:pt x="1151039" y="131533"/>
                  </a:lnTo>
                  <a:lnTo>
                    <a:pt x="1149858" y="124714"/>
                  </a:lnTo>
                  <a:lnTo>
                    <a:pt x="1149819" y="124472"/>
                  </a:lnTo>
                  <a:lnTo>
                    <a:pt x="1136357" y="94869"/>
                  </a:lnTo>
                  <a:lnTo>
                    <a:pt x="1135888" y="94234"/>
                  </a:lnTo>
                  <a:lnTo>
                    <a:pt x="1131430" y="89522"/>
                  </a:lnTo>
                  <a:lnTo>
                    <a:pt x="1126413" y="85305"/>
                  </a:lnTo>
                  <a:lnTo>
                    <a:pt x="1123315" y="83235"/>
                  </a:lnTo>
                  <a:lnTo>
                    <a:pt x="1123315" y="143002"/>
                  </a:lnTo>
                  <a:lnTo>
                    <a:pt x="1038098" y="143002"/>
                  </a:lnTo>
                  <a:lnTo>
                    <a:pt x="1038212" y="139865"/>
                  </a:lnTo>
                  <a:lnTo>
                    <a:pt x="1038263" y="138811"/>
                  </a:lnTo>
                  <a:lnTo>
                    <a:pt x="1038352" y="136652"/>
                  </a:lnTo>
                  <a:lnTo>
                    <a:pt x="1057821" y="101549"/>
                  </a:lnTo>
                  <a:lnTo>
                    <a:pt x="1074801" y="94869"/>
                  </a:lnTo>
                  <a:lnTo>
                    <a:pt x="1081913" y="94869"/>
                  </a:lnTo>
                  <a:lnTo>
                    <a:pt x="1117828" y="114706"/>
                  </a:lnTo>
                  <a:lnTo>
                    <a:pt x="1123315" y="143002"/>
                  </a:lnTo>
                  <a:lnTo>
                    <a:pt x="1123315" y="83235"/>
                  </a:lnTo>
                  <a:lnTo>
                    <a:pt x="1083424" y="72517"/>
                  </a:lnTo>
                  <a:lnTo>
                    <a:pt x="1074991" y="72885"/>
                  </a:lnTo>
                  <a:lnTo>
                    <a:pt x="1033818" y="90347"/>
                  </a:lnTo>
                  <a:lnTo>
                    <a:pt x="1013675" y="122923"/>
                  </a:lnTo>
                  <a:lnTo>
                    <a:pt x="1008595" y="156083"/>
                  </a:lnTo>
                  <a:lnTo>
                    <a:pt x="1008646" y="163957"/>
                  </a:lnTo>
                  <a:lnTo>
                    <a:pt x="1016317" y="203746"/>
                  </a:lnTo>
                  <a:lnTo>
                    <a:pt x="1023670" y="216789"/>
                  </a:lnTo>
                  <a:lnTo>
                    <a:pt x="1023797" y="216992"/>
                  </a:lnTo>
                  <a:lnTo>
                    <a:pt x="1060348" y="240969"/>
                  </a:lnTo>
                  <a:lnTo>
                    <a:pt x="1086472" y="243967"/>
                  </a:lnTo>
                  <a:lnTo>
                    <a:pt x="1093851" y="243967"/>
                  </a:lnTo>
                  <a:lnTo>
                    <a:pt x="1133602" y="235712"/>
                  </a:lnTo>
                  <a:lnTo>
                    <a:pt x="1144778" y="226822"/>
                  </a:lnTo>
                  <a:lnTo>
                    <a:pt x="1145032" y="226060"/>
                  </a:lnTo>
                  <a:lnTo>
                    <a:pt x="1145413" y="222885"/>
                  </a:lnTo>
                  <a:lnTo>
                    <a:pt x="1145413" y="220726"/>
                  </a:lnTo>
                  <a:lnTo>
                    <a:pt x="1145413" y="216281"/>
                  </a:lnTo>
                  <a:lnTo>
                    <a:pt x="1145159" y="214757"/>
                  </a:lnTo>
                  <a:lnTo>
                    <a:pt x="1145032" y="213360"/>
                  </a:lnTo>
                  <a:lnTo>
                    <a:pt x="1144778" y="212217"/>
                  </a:lnTo>
                  <a:lnTo>
                    <a:pt x="1141603" y="208915"/>
                  </a:lnTo>
                  <a:lnTo>
                    <a:pt x="1139317" y="208915"/>
                  </a:lnTo>
                  <a:lnTo>
                    <a:pt x="1137272" y="209550"/>
                  </a:lnTo>
                  <a:lnTo>
                    <a:pt x="1134618" y="210693"/>
                  </a:lnTo>
                  <a:lnTo>
                    <a:pt x="1131811" y="211963"/>
                  </a:lnTo>
                  <a:lnTo>
                    <a:pt x="1128395" y="213360"/>
                  </a:lnTo>
                  <a:lnTo>
                    <a:pt x="1124077" y="214757"/>
                  </a:lnTo>
                  <a:lnTo>
                    <a:pt x="1119873" y="216281"/>
                  </a:lnTo>
                  <a:lnTo>
                    <a:pt x="1114806" y="217678"/>
                  </a:lnTo>
                  <a:lnTo>
                    <a:pt x="1109091" y="218948"/>
                  </a:lnTo>
                  <a:lnTo>
                    <a:pt x="1103236" y="220091"/>
                  </a:lnTo>
                  <a:lnTo>
                    <a:pt x="1096645" y="220726"/>
                  </a:lnTo>
                  <a:lnTo>
                    <a:pt x="1079754" y="220726"/>
                  </a:lnTo>
                  <a:lnTo>
                    <a:pt x="1049401" y="205232"/>
                  </a:lnTo>
                  <a:lnTo>
                    <a:pt x="1045337" y="200279"/>
                  </a:lnTo>
                  <a:lnTo>
                    <a:pt x="1042416" y="194310"/>
                  </a:lnTo>
                  <a:lnTo>
                    <a:pt x="1040841" y="187782"/>
                  </a:lnTo>
                  <a:lnTo>
                    <a:pt x="1038987" y="180467"/>
                  </a:lnTo>
                  <a:lnTo>
                    <a:pt x="1038098" y="172720"/>
                  </a:lnTo>
                  <a:lnTo>
                    <a:pt x="1038098" y="163957"/>
                  </a:lnTo>
                  <a:lnTo>
                    <a:pt x="1143749" y="163957"/>
                  </a:lnTo>
                  <a:lnTo>
                    <a:pt x="1146429" y="163068"/>
                  </a:lnTo>
                  <a:lnTo>
                    <a:pt x="1148588" y="161163"/>
                  </a:lnTo>
                  <a:lnTo>
                    <a:pt x="1150874" y="159258"/>
                  </a:lnTo>
                  <a:lnTo>
                    <a:pt x="1152017" y="156083"/>
                  </a:lnTo>
                  <a:close/>
                </a:path>
                <a:path w="1628775" h="244475">
                  <a:moveTo>
                    <a:pt x="1328801" y="156083"/>
                  </a:moveTo>
                  <a:lnTo>
                    <a:pt x="1328686" y="143002"/>
                  </a:lnTo>
                  <a:lnTo>
                    <a:pt x="1328585" y="139865"/>
                  </a:lnTo>
                  <a:lnTo>
                    <a:pt x="1328559" y="138811"/>
                  </a:lnTo>
                  <a:lnTo>
                    <a:pt x="1327912" y="132372"/>
                  </a:lnTo>
                  <a:lnTo>
                    <a:pt x="1327823" y="131533"/>
                  </a:lnTo>
                  <a:lnTo>
                    <a:pt x="1326642" y="124714"/>
                  </a:lnTo>
                  <a:lnTo>
                    <a:pt x="1326603" y="124472"/>
                  </a:lnTo>
                  <a:lnTo>
                    <a:pt x="1313141" y="94869"/>
                  </a:lnTo>
                  <a:lnTo>
                    <a:pt x="1312672" y="94234"/>
                  </a:lnTo>
                  <a:lnTo>
                    <a:pt x="1308214" y="89522"/>
                  </a:lnTo>
                  <a:lnTo>
                    <a:pt x="1303210" y="85305"/>
                  </a:lnTo>
                  <a:lnTo>
                    <a:pt x="1300099" y="83235"/>
                  </a:lnTo>
                  <a:lnTo>
                    <a:pt x="1300099" y="143002"/>
                  </a:lnTo>
                  <a:lnTo>
                    <a:pt x="1214882" y="143002"/>
                  </a:lnTo>
                  <a:lnTo>
                    <a:pt x="1214996" y="139865"/>
                  </a:lnTo>
                  <a:lnTo>
                    <a:pt x="1215047" y="138811"/>
                  </a:lnTo>
                  <a:lnTo>
                    <a:pt x="1215136" y="136652"/>
                  </a:lnTo>
                  <a:lnTo>
                    <a:pt x="1234605" y="101549"/>
                  </a:lnTo>
                  <a:lnTo>
                    <a:pt x="1251585" y="94869"/>
                  </a:lnTo>
                  <a:lnTo>
                    <a:pt x="1258697" y="94869"/>
                  </a:lnTo>
                  <a:lnTo>
                    <a:pt x="1294612" y="114706"/>
                  </a:lnTo>
                  <a:lnTo>
                    <a:pt x="1300099" y="143002"/>
                  </a:lnTo>
                  <a:lnTo>
                    <a:pt x="1300099" y="83235"/>
                  </a:lnTo>
                  <a:lnTo>
                    <a:pt x="1260221" y="72517"/>
                  </a:lnTo>
                  <a:lnTo>
                    <a:pt x="1251775" y="72885"/>
                  </a:lnTo>
                  <a:lnTo>
                    <a:pt x="1210602" y="90347"/>
                  </a:lnTo>
                  <a:lnTo>
                    <a:pt x="1190459" y="122923"/>
                  </a:lnTo>
                  <a:lnTo>
                    <a:pt x="1185379" y="156083"/>
                  </a:lnTo>
                  <a:lnTo>
                    <a:pt x="1185430" y="163957"/>
                  </a:lnTo>
                  <a:lnTo>
                    <a:pt x="1193101" y="203746"/>
                  </a:lnTo>
                  <a:lnTo>
                    <a:pt x="1200454" y="216789"/>
                  </a:lnTo>
                  <a:lnTo>
                    <a:pt x="1200581" y="216992"/>
                  </a:lnTo>
                  <a:lnTo>
                    <a:pt x="1237132" y="240969"/>
                  </a:lnTo>
                  <a:lnTo>
                    <a:pt x="1263269" y="243967"/>
                  </a:lnTo>
                  <a:lnTo>
                    <a:pt x="1270635" y="243967"/>
                  </a:lnTo>
                  <a:lnTo>
                    <a:pt x="1310386" y="235712"/>
                  </a:lnTo>
                  <a:lnTo>
                    <a:pt x="1321562" y="226822"/>
                  </a:lnTo>
                  <a:lnTo>
                    <a:pt x="1321816" y="226060"/>
                  </a:lnTo>
                  <a:lnTo>
                    <a:pt x="1321816" y="220726"/>
                  </a:lnTo>
                  <a:lnTo>
                    <a:pt x="1321816" y="213360"/>
                  </a:lnTo>
                  <a:lnTo>
                    <a:pt x="1321562" y="212217"/>
                  </a:lnTo>
                  <a:lnTo>
                    <a:pt x="1318387" y="208915"/>
                  </a:lnTo>
                  <a:lnTo>
                    <a:pt x="1316101" y="208915"/>
                  </a:lnTo>
                  <a:lnTo>
                    <a:pt x="1314069" y="209550"/>
                  </a:lnTo>
                  <a:lnTo>
                    <a:pt x="1311402" y="210693"/>
                  </a:lnTo>
                  <a:lnTo>
                    <a:pt x="1308608" y="211963"/>
                  </a:lnTo>
                  <a:lnTo>
                    <a:pt x="1305179" y="213360"/>
                  </a:lnTo>
                  <a:lnTo>
                    <a:pt x="1300861" y="214757"/>
                  </a:lnTo>
                  <a:lnTo>
                    <a:pt x="1296670" y="216281"/>
                  </a:lnTo>
                  <a:lnTo>
                    <a:pt x="1291590" y="217678"/>
                  </a:lnTo>
                  <a:lnTo>
                    <a:pt x="1285875" y="218948"/>
                  </a:lnTo>
                  <a:lnTo>
                    <a:pt x="1280033" y="220091"/>
                  </a:lnTo>
                  <a:lnTo>
                    <a:pt x="1273429" y="220726"/>
                  </a:lnTo>
                  <a:lnTo>
                    <a:pt x="1256538" y="220726"/>
                  </a:lnTo>
                  <a:lnTo>
                    <a:pt x="1226185" y="205232"/>
                  </a:lnTo>
                  <a:lnTo>
                    <a:pt x="1222121" y="200279"/>
                  </a:lnTo>
                  <a:lnTo>
                    <a:pt x="1219200" y="194310"/>
                  </a:lnTo>
                  <a:lnTo>
                    <a:pt x="1217625" y="187782"/>
                  </a:lnTo>
                  <a:lnTo>
                    <a:pt x="1215771" y="180467"/>
                  </a:lnTo>
                  <a:lnTo>
                    <a:pt x="1214882" y="172720"/>
                  </a:lnTo>
                  <a:lnTo>
                    <a:pt x="1214882" y="163957"/>
                  </a:lnTo>
                  <a:lnTo>
                    <a:pt x="1320546" y="163957"/>
                  </a:lnTo>
                  <a:lnTo>
                    <a:pt x="1323213" y="163068"/>
                  </a:lnTo>
                  <a:lnTo>
                    <a:pt x="1325372" y="161163"/>
                  </a:lnTo>
                  <a:lnTo>
                    <a:pt x="1327658" y="159258"/>
                  </a:lnTo>
                  <a:lnTo>
                    <a:pt x="1328801" y="156083"/>
                  </a:lnTo>
                  <a:close/>
                </a:path>
                <a:path w="1628775" h="244475">
                  <a:moveTo>
                    <a:pt x="1506093" y="4572"/>
                  </a:moveTo>
                  <a:lnTo>
                    <a:pt x="1496822" y="0"/>
                  </a:lnTo>
                  <a:lnTo>
                    <a:pt x="1486535" y="0"/>
                  </a:lnTo>
                  <a:lnTo>
                    <a:pt x="1477391" y="96012"/>
                  </a:lnTo>
                  <a:lnTo>
                    <a:pt x="1477391" y="126619"/>
                  </a:lnTo>
                  <a:lnTo>
                    <a:pt x="1477391" y="188976"/>
                  </a:lnTo>
                  <a:lnTo>
                    <a:pt x="1449197" y="215138"/>
                  </a:lnTo>
                  <a:lnTo>
                    <a:pt x="1434846" y="219456"/>
                  </a:lnTo>
                  <a:lnTo>
                    <a:pt x="1423543" y="219456"/>
                  </a:lnTo>
                  <a:lnTo>
                    <a:pt x="1395222" y="187706"/>
                  </a:lnTo>
                  <a:lnTo>
                    <a:pt x="1394079" y="180086"/>
                  </a:lnTo>
                  <a:lnTo>
                    <a:pt x="1392809" y="172593"/>
                  </a:lnTo>
                  <a:lnTo>
                    <a:pt x="1392174" y="164973"/>
                  </a:lnTo>
                  <a:lnTo>
                    <a:pt x="1392174" y="149733"/>
                  </a:lnTo>
                  <a:lnTo>
                    <a:pt x="1404493" y="110363"/>
                  </a:lnTo>
                  <a:lnTo>
                    <a:pt x="1424940" y="97028"/>
                  </a:lnTo>
                  <a:lnTo>
                    <a:pt x="1440180" y="97028"/>
                  </a:lnTo>
                  <a:lnTo>
                    <a:pt x="1471625" y="119811"/>
                  </a:lnTo>
                  <a:lnTo>
                    <a:pt x="1477391" y="126619"/>
                  </a:lnTo>
                  <a:lnTo>
                    <a:pt x="1477391" y="96012"/>
                  </a:lnTo>
                  <a:lnTo>
                    <a:pt x="1443126" y="74041"/>
                  </a:lnTo>
                  <a:lnTo>
                    <a:pt x="1443291" y="74041"/>
                  </a:lnTo>
                  <a:lnTo>
                    <a:pt x="1436649" y="72910"/>
                  </a:lnTo>
                  <a:lnTo>
                    <a:pt x="1436890" y="72910"/>
                  </a:lnTo>
                  <a:lnTo>
                    <a:pt x="1429893" y="72517"/>
                  </a:lnTo>
                  <a:lnTo>
                    <a:pt x="1389265" y="86106"/>
                  </a:lnTo>
                  <a:lnTo>
                    <a:pt x="1366901" y="123825"/>
                  </a:lnTo>
                  <a:lnTo>
                    <a:pt x="1362900" y="149733"/>
                  </a:lnTo>
                  <a:lnTo>
                    <a:pt x="1362837" y="150393"/>
                  </a:lnTo>
                  <a:lnTo>
                    <a:pt x="1362583" y="160147"/>
                  </a:lnTo>
                  <a:lnTo>
                    <a:pt x="1362697" y="164973"/>
                  </a:lnTo>
                  <a:lnTo>
                    <a:pt x="1362786" y="168605"/>
                  </a:lnTo>
                  <a:lnTo>
                    <a:pt x="1370482" y="206921"/>
                  </a:lnTo>
                  <a:lnTo>
                    <a:pt x="1396746" y="237236"/>
                  </a:lnTo>
                  <a:lnTo>
                    <a:pt x="1426083" y="243967"/>
                  </a:lnTo>
                  <a:lnTo>
                    <a:pt x="1432991" y="243547"/>
                  </a:lnTo>
                  <a:lnTo>
                    <a:pt x="1433512" y="243547"/>
                  </a:lnTo>
                  <a:lnTo>
                    <a:pt x="1468094" y="227545"/>
                  </a:lnTo>
                  <a:lnTo>
                    <a:pt x="1476921" y="219456"/>
                  </a:lnTo>
                  <a:lnTo>
                    <a:pt x="1480693" y="215646"/>
                  </a:lnTo>
                  <a:lnTo>
                    <a:pt x="1486319" y="241300"/>
                  </a:lnTo>
                  <a:lnTo>
                    <a:pt x="1487551" y="241300"/>
                  </a:lnTo>
                  <a:lnTo>
                    <a:pt x="1489202" y="241554"/>
                  </a:lnTo>
                  <a:lnTo>
                    <a:pt x="1497965" y="241554"/>
                  </a:lnTo>
                  <a:lnTo>
                    <a:pt x="1499489" y="241300"/>
                  </a:lnTo>
                  <a:lnTo>
                    <a:pt x="1500708" y="241300"/>
                  </a:lnTo>
                  <a:lnTo>
                    <a:pt x="1502410" y="240792"/>
                  </a:lnTo>
                  <a:lnTo>
                    <a:pt x="1504442" y="240030"/>
                  </a:lnTo>
                  <a:lnTo>
                    <a:pt x="1505077" y="239395"/>
                  </a:lnTo>
                  <a:lnTo>
                    <a:pt x="1505458" y="238760"/>
                  </a:lnTo>
                  <a:lnTo>
                    <a:pt x="1505966" y="237998"/>
                  </a:lnTo>
                  <a:lnTo>
                    <a:pt x="1506093" y="215646"/>
                  </a:lnTo>
                  <a:lnTo>
                    <a:pt x="1506093" y="97028"/>
                  </a:lnTo>
                  <a:lnTo>
                    <a:pt x="1506093" y="96012"/>
                  </a:lnTo>
                  <a:lnTo>
                    <a:pt x="1506093" y="4572"/>
                  </a:lnTo>
                  <a:close/>
                </a:path>
                <a:path w="1628775" h="244475">
                  <a:moveTo>
                    <a:pt x="1628648" y="150876"/>
                  </a:moveTo>
                  <a:lnTo>
                    <a:pt x="1623441" y="141351"/>
                  </a:lnTo>
                  <a:lnTo>
                    <a:pt x="1548003" y="141351"/>
                  </a:lnTo>
                  <a:lnTo>
                    <a:pt x="1546352" y="142113"/>
                  </a:lnTo>
                  <a:lnTo>
                    <a:pt x="1544320" y="145669"/>
                  </a:lnTo>
                  <a:lnTo>
                    <a:pt x="1543812" y="148717"/>
                  </a:lnTo>
                  <a:lnTo>
                    <a:pt x="1543812" y="157480"/>
                  </a:lnTo>
                  <a:lnTo>
                    <a:pt x="1544320" y="160528"/>
                  </a:lnTo>
                  <a:lnTo>
                    <a:pt x="1546352" y="164211"/>
                  </a:lnTo>
                  <a:lnTo>
                    <a:pt x="1548003" y="165100"/>
                  </a:lnTo>
                  <a:lnTo>
                    <a:pt x="1624457" y="165100"/>
                  </a:lnTo>
                  <a:lnTo>
                    <a:pt x="1625981" y="164211"/>
                  </a:lnTo>
                  <a:lnTo>
                    <a:pt x="1628013" y="160782"/>
                  </a:lnTo>
                  <a:lnTo>
                    <a:pt x="1628648" y="157607"/>
                  </a:lnTo>
                  <a:lnTo>
                    <a:pt x="1628648" y="153035"/>
                  </a:lnTo>
                  <a:lnTo>
                    <a:pt x="1628648" y="150876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50767" y="2465704"/>
              <a:ext cx="1140714" cy="243967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0927" y="2464942"/>
            <a:ext cx="1338199" cy="24472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57339" y="2876423"/>
            <a:ext cx="222250" cy="257175"/>
          </a:xfrm>
          <a:custGeom>
            <a:avLst/>
            <a:gdLst/>
            <a:ahLst/>
            <a:cxnLst/>
            <a:rect l="l" t="t" r="r" b="b"/>
            <a:pathLst>
              <a:path w="222250" h="257175">
                <a:moveTo>
                  <a:pt x="0" y="0"/>
                </a:moveTo>
                <a:lnTo>
                  <a:pt x="74155" y="128397"/>
                </a:lnTo>
                <a:lnTo>
                  <a:pt x="0" y="256666"/>
                </a:lnTo>
                <a:lnTo>
                  <a:pt x="222110" y="128397"/>
                </a:lnTo>
                <a:lnTo>
                  <a:pt x="83934" y="128397"/>
                </a:lnTo>
                <a:lnTo>
                  <a:pt x="23012" y="22987"/>
                </a:lnTo>
                <a:lnTo>
                  <a:pt x="39764" y="22987"/>
                </a:lnTo>
                <a:lnTo>
                  <a:pt x="0" y="0"/>
                </a:lnTo>
                <a:close/>
              </a:path>
              <a:path w="222250" h="257175">
                <a:moveTo>
                  <a:pt x="39764" y="22987"/>
                </a:moveTo>
                <a:lnTo>
                  <a:pt x="23012" y="22987"/>
                </a:lnTo>
                <a:lnTo>
                  <a:pt x="205168" y="128397"/>
                </a:lnTo>
                <a:lnTo>
                  <a:pt x="222110" y="128397"/>
                </a:lnTo>
                <a:lnTo>
                  <a:pt x="39764" y="22987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3508" y="2891663"/>
            <a:ext cx="1720773" cy="30467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2881248" y="2892425"/>
            <a:ext cx="501015" cy="244475"/>
          </a:xfrm>
          <a:custGeom>
            <a:avLst/>
            <a:gdLst/>
            <a:ahLst/>
            <a:cxnLst/>
            <a:rect l="l" t="t" r="r" b="b"/>
            <a:pathLst>
              <a:path w="501014" h="244475">
                <a:moveTo>
                  <a:pt x="121126" y="95758"/>
                </a:moveTo>
                <a:lnTo>
                  <a:pt x="70612" y="95758"/>
                </a:lnTo>
                <a:lnTo>
                  <a:pt x="76200" y="96520"/>
                </a:lnTo>
                <a:lnTo>
                  <a:pt x="85217" y="99567"/>
                </a:lnTo>
                <a:lnTo>
                  <a:pt x="88900" y="101853"/>
                </a:lnTo>
                <a:lnTo>
                  <a:pt x="91693" y="105028"/>
                </a:lnTo>
                <a:lnTo>
                  <a:pt x="94487" y="108076"/>
                </a:lnTo>
                <a:lnTo>
                  <a:pt x="96519" y="111887"/>
                </a:lnTo>
                <a:lnTo>
                  <a:pt x="97789" y="116459"/>
                </a:lnTo>
                <a:lnTo>
                  <a:pt x="99059" y="121158"/>
                </a:lnTo>
                <a:lnTo>
                  <a:pt x="99694" y="126491"/>
                </a:lnTo>
                <a:lnTo>
                  <a:pt x="99694" y="144652"/>
                </a:lnTo>
                <a:lnTo>
                  <a:pt x="78231" y="144652"/>
                </a:lnTo>
                <a:lnTo>
                  <a:pt x="69397" y="144845"/>
                </a:lnTo>
                <a:lnTo>
                  <a:pt x="26160" y="154453"/>
                </a:lnTo>
                <a:lnTo>
                  <a:pt x="5461" y="173609"/>
                </a:lnTo>
                <a:lnTo>
                  <a:pt x="1777" y="180086"/>
                </a:lnTo>
                <a:lnTo>
                  <a:pt x="0" y="187705"/>
                </a:lnTo>
                <a:lnTo>
                  <a:pt x="0" y="203962"/>
                </a:lnTo>
                <a:lnTo>
                  <a:pt x="25273" y="238633"/>
                </a:lnTo>
                <a:lnTo>
                  <a:pt x="45974" y="243966"/>
                </a:lnTo>
                <a:lnTo>
                  <a:pt x="54101" y="243966"/>
                </a:lnTo>
                <a:lnTo>
                  <a:pt x="92757" y="230600"/>
                </a:lnTo>
                <a:lnTo>
                  <a:pt x="102740" y="221614"/>
                </a:lnTo>
                <a:lnTo>
                  <a:pt x="49402" y="221614"/>
                </a:lnTo>
                <a:lnTo>
                  <a:pt x="42163" y="219201"/>
                </a:lnTo>
                <a:lnTo>
                  <a:pt x="37083" y="214375"/>
                </a:lnTo>
                <a:lnTo>
                  <a:pt x="31876" y="209550"/>
                </a:lnTo>
                <a:lnTo>
                  <a:pt x="29337" y="203200"/>
                </a:lnTo>
                <a:lnTo>
                  <a:pt x="29337" y="190373"/>
                </a:lnTo>
                <a:lnTo>
                  <a:pt x="30225" y="186182"/>
                </a:lnTo>
                <a:lnTo>
                  <a:pt x="54863" y="167259"/>
                </a:lnTo>
                <a:lnTo>
                  <a:pt x="60578" y="165862"/>
                </a:lnTo>
                <a:lnTo>
                  <a:pt x="67437" y="165226"/>
                </a:lnTo>
                <a:lnTo>
                  <a:pt x="128143" y="165226"/>
                </a:lnTo>
                <a:lnTo>
                  <a:pt x="128143" y="131190"/>
                </a:lnTo>
                <a:lnTo>
                  <a:pt x="128012" y="126491"/>
                </a:lnTo>
                <a:lnTo>
                  <a:pt x="127948" y="124168"/>
                </a:lnTo>
                <a:lnTo>
                  <a:pt x="127349" y="117586"/>
                </a:lnTo>
                <a:lnTo>
                  <a:pt x="126393" y="111887"/>
                </a:lnTo>
                <a:lnTo>
                  <a:pt x="126321" y="111456"/>
                </a:lnTo>
                <a:lnTo>
                  <a:pt x="124840" y="105790"/>
                </a:lnTo>
                <a:lnTo>
                  <a:pt x="122681" y="98425"/>
                </a:lnTo>
                <a:lnTo>
                  <a:pt x="121126" y="95758"/>
                </a:lnTo>
                <a:close/>
              </a:path>
              <a:path w="501014" h="244475">
                <a:moveTo>
                  <a:pt x="128143" y="220852"/>
                </a:moveTo>
                <a:lnTo>
                  <a:pt x="103505" y="220852"/>
                </a:lnTo>
                <a:lnTo>
                  <a:pt x="103505" y="237871"/>
                </a:lnTo>
                <a:lnTo>
                  <a:pt x="103886" y="238633"/>
                </a:lnTo>
                <a:lnTo>
                  <a:pt x="104012" y="238887"/>
                </a:lnTo>
                <a:lnTo>
                  <a:pt x="104775" y="239649"/>
                </a:lnTo>
                <a:lnTo>
                  <a:pt x="105537" y="240284"/>
                </a:lnTo>
                <a:lnTo>
                  <a:pt x="106933" y="240791"/>
                </a:lnTo>
                <a:lnTo>
                  <a:pt x="110489" y="241553"/>
                </a:lnTo>
                <a:lnTo>
                  <a:pt x="121412" y="241553"/>
                </a:lnTo>
                <a:lnTo>
                  <a:pt x="122936" y="241173"/>
                </a:lnTo>
                <a:lnTo>
                  <a:pt x="124587" y="240791"/>
                </a:lnTo>
                <a:lnTo>
                  <a:pt x="125856" y="240284"/>
                </a:lnTo>
                <a:lnTo>
                  <a:pt x="126745" y="239649"/>
                </a:lnTo>
                <a:lnTo>
                  <a:pt x="127762" y="238887"/>
                </a:lnTo>
                <a:lnTo>
                  <a:pt x="128143" y="237871"/>
                </a:lnTo>
                <a:lnTo>
                  <a:pt x="128143" y="220852"/>
                </a:lnTo>
                <a:close/>
              </a:path>
              <a:path w="501014" h="244475">
                <a:moveTo>
                  <a:pt x="128143" y="165226"/>
                </a:moveTo>
                <a:lnTo>
                  <a:pt x="99694" y="165226"/>
                </a:lnTo>
                <a:lnTo>
                  <a:pt x="99694" y="198374"/>
                </a:lnTo>
                <a:lnTo>
                  <a:pt x="94435" y="203962"/>
                </a:lnTo>
                <a:lnTo>
                  <a:pt x="66167" y="221614"/>
                </a:lnTo>
                <a:lnTo>
                  <a:pt x="102740" y="221614"/>
                </a:lnTo>
                <a:lnTo>
                  <a:pt x="103505" y="220852"/>
                </a:lnTo>
                <a:lnTo>
                  <a:pt x="128143" y="220852"/>
                </a:lnTo>
                <a:lnTo>
                  <a:pt x="128143" y="165226"/>
                </a:lnTo>
                <a:close/>
              </a:path>
              <a:path w="501014" h="244475">
                <a:moveTo>
                  <a:pt x="66675" y="72516"/>
                </a:moveTo>
                <a:lnTo>
                  <a:pt x="60578" y="72516"/>
                </a:lnTo>
                <a:lnTo>
                  <a:pt x="54609" y="73025"/>
                </a:lnTo>
                <a:lnTo>
                  <a:pt x="48768" y="74167"/>
                </a:lnTo>
                <a:lnTo>
                  <a:pt x="42925" y="75184"/>
                </a:lnTo>
                <a:lnTo>
                  <a:pt x="8606" y="92328"/>
                </a:lnTo>
                <a:lnTo>
                  <a:pt x="7746" y="104012"/>
                </a:lnTo>
                <a:lnTo>
                  <a:pt x="8255" y="106934"/>
                </a:lnTo>
                <a:lnTo>
                  <a:pt x="8509" y="107696"/>
                </a:lnTo>
                <a:lnTo>
                  <a:pt x="8636" y="108076"/>
                </a:lnTo>
                <a:lnTo>
                  <a:pt x="12445" y="111887"/>
                </a:lnTo>
                <a:lnTo>
                  <a:pt x="14731" y="111887"/>
                </a:lnTo>
                <a:lnTo>
                  <a:pt x="16582" y="111125"/>
                </a:lnTo>
                <a:lnTo>
                  <a:pt x="17535" y="110616"/>
                </a:lnTo>
                <a:lnTo>
                  <a:pt x="19684" y="109347"/>
                </a:lnTo>
                <a:lnTo>
                  <a:pt x="26034" y="105790"/>
                </a:lnTo>
                <a:lnTo>
                  <a:pt x="30352" y="103759"/>
                </a:lnTo>
                <a:lnTo>
                  <a:pt x="34282" y="101853"/>
                </a:lnTo>
                <a:lnTo>
                  <a:pt x="39496" y="99949"/>
                </a:lnTo>
                <a:lnTo>
                  <a:pt x="45084" y="98171"/>
                </a:lnTo>
                <a:lnTo>
                  <a:pt x="50673" y="96520"/>
                </a:lnTo>
                <a:lnTo>
                  <a:pt x="57023" y="95758"/>
                </a:lnTo>
                <a:lnTo>
                  <a:pt x="121126" y="95758"/>
                </a:lnTo>
                <a:lnTo>
                  <a:pt x="119125" y="92328"/>
                </a:lnTo>
                <a:lnTo>
                  <a:pt x="114426" y="87629"/>
                </a:lnTo>
                <a:lnTo>
                  <a:pt x="109474" y="82550"/>
                </a:lnTo>
                <a:lnTo>
                  <a:pt x="103124" y="78866"/>
                </a:lnTo>
                <a:lnTo>
                  <a:pt x="95250" y="76326"/>
                </a:lnTo>
                <a:lnTo>
                  <a:pt x="89034" y="74660"/>
                </a:lnTo>
                <a:lnTo>
                  <a:pt x="82200" y="73469"/>
                </a:lnTo>
                <a:lnTo>
                  <a:pt x="74747" y="72755"/>
                </a:lnTo>
                <a:lnTo>
                  <a:pt x="66675" y="72516"/>
                </a:lnTo>
                <a:close/>
              </a:path>
              <a:path w="501014" h="244475">
                <a:moveTo>
                  <a:pt x="202692" y="241300"/>
                </a:moveTo>
                <a:lnTo>
                  <a:pt x="188594" y="241300"/>
                </a:lnTo>
                <a:lnTo>
                  <a:pt x="190500" y="241553"/>
                </a:lnTo>
                <a:lnTo>
                  <a:pt x="200787" y="241553"/>
                </a:lnTo>
                <a:lnTo>
                  <a:pt x="202692" y="241300"/>
                </a:lnTo>
                <a:close/>
              </a:path>
              <a:path w="501014" h="244475">
                <a:moveTo>
                  <a:pt x="308356" y="241300"/>
                </a:moveTo>
                <a:lnTo>
                  <a:pt x="294386" y="241300"/>
                </a:lnTo>
                <a:lnTo>
                  <a:pt x="296163" y="241553"/>
                </a:lnTo>
                <a:lnTo>
                  <a:pt x="306577" y="241553"/>
                </a:lnTo>
                <a:lnTo>
                  <a:pt x="308356" y="241300"/>
                </a:lnTo>
                <a:close/>
              </a:path>
              <a:path w="501014" h="244475">
                <a:moveTo>
                  <a:pt x="202311" y="75311"/>
                </a:moveTo>
                <a:lnTo>
                  <a:pt x="186308" y="75311"/>
                </a:lnTo>
                <a:lnTo>
                  <a:pt x="184912" y="75691"/>
                </a:lnTo>
                <a:lnTo>
                  <a:pt x="182880" y="76708"/>
                </a:lnTo>
                <a:lnTo>
                  <a:pt x="182118" y="77342"/>
                </a:lnTo>
                <a:lnTo>
                  <a:pt x="181965" y="77724"/>
                </a:lnTo>
                <a:lnTo>
                  <a:pt x="181863" y="77977"/>
                </a:lnTo>
                <a:lnTo>
                  <a:pt x="181482" y="78612"/>
                </a:lnTo>
                <a:lnTo>
                  <a:pt x="181482" y="237998"/>
                </a:lnTo>
                <a:lnTo>
                  <a:pt x="181863" y="238633"/>
                </a:lnTo>
                <a:lnTo>
                  <a:pt x="182371" y="239267"/>
                </a:lnTo>
                <a:lnTo>
                  <a:pt x="183133" y="239902"/>
                </a:lnTo>
                <a:lnTo>
                  <a:pt x="184150" y="240284"/>
                </a:lnTo>
                <a:lnTo>
                  <a:pt x="185293" y="240791"/>
                </a:lnTo>
                <a:lnTo>
                  <a:pt x="187155" y="241300"/>
                </a:lnTo>
                <a:lnTo>
                  <a:pt x="203962" y="241300"/>
                </a:lnTo>
                <a:lnTo>
                  <a:pt x="205994" y="240791"/>
                </a:lnTo>
                <a:lnTo>
                  <a:pt x="207009" y="240284"/>
                </a:lnTo>
                <a:lnTo>
                  <a:pt x="208025" y="239902"/>
                </a:lnTo>
                <a:lnTo>
                  <a:pt x="208787" y="239267"/>
                </a:lnTo>
                <a:lnTo>
                  <a:pt x="209169" y="238633"/>
                </a:lnTo>
                <a:lnTo>
                  <a:pt x="209676" y="237998"/>
                </a:lnTo>
                <a:lnTo>
                  <a:pt x="209931" y="237236"/>
                </a:lnTo>
                <a:lnTo>
                  <a:pt x="209931" y="127253"/>
                </a:lnTo>
                <a:lnTo>
                  <a:pt x="215765" y="120350"/>
                </a:lnTo>
                <a:lnTo>
                  <a:pt x="221456" y="114315"/>
                </a:lnTo>
                <a:lnTo>
                  <a:pt x="227004" y="109162"/>
                </a:lnTo>
                <a:lnTo>
                  <a:pt x="232409" y="104901"/>
                </a:lnTo>
                <a:lnTo>
                  <a:pt x="238020" y="100964"/>
                </a:lnTo>
                <a:lnTo>
                  <a:pt x="207137" y="100964"/>
                </a:lnTo>
                <a:lnTo>
                  <a:pt x="207137" y="79375"/>
                </a:lnTo>
                <a:lnTo>
                  <a:pt x="206882" y="78612"/>
                </a:lnTo>
                <a:lnTo>
                  <a:pt x="206120" y="77342"/>
                </a:lnTo>
                <a:lnTo>
                  <a:pt x="205486" y="76708"/>
                </a:lnTo>
                <a:lnTo>
                  <a:pt x="204596" y="76200"/>
                </a:lnTo>
                <a:lnTo>
                  <a:pt x="203581" y="75691"/>
                </a:lnTo>
                <a:lnTo>
                  <a:pt x="202311" y="75311"/>
                </a:lnTo>
                <a:close/>
              </a:path>
              <a:path w="501014" h="244475">
                <a:moveTo>
                  <a:pt x="307345" y="97282"/>
                </a:moveTo>
                <a:lnTo>
                  <a:pt x="259461" y="97282"/>
                </a:lnTo>
                <a:lnTo>
                  <a:pt x="264413" y="98298"/>
                </a:lnTo>
                <a:lnTo>
                  <a:pt x="268605" y="100329"/>
                </a:lnTo>
                <a:lnTo>
                  <a:pt x="287019" y="136016"/>
                </a:lnTo>
                <a:lnTo>
                  <a:pt x="287019" y="237236"/>
                </a:lnTo>
                <a:lnTo>
                  <a:pt x="287274" y="237998"/>
                </a:lnTo>
                <a:lnTo>
                  <a:pt x="288289" y="239267"/>
                </a:lnTo>
                <a:lnTo>
                  <a:pt x="288925" y="239902"/>
                </a:lnTo>
                <a:lnTo>
                  <a:pt x="290068" y="240284"/>
                </a:lnTo>
                <a:lnTo>
                  <a:pt x="291083" y="240791"/>
                </a:lnTo>
                <a:lnTo>
                  <a:pt x="292946" y="241300"/>
                </a:lnTo>
                <a:lnTo>
                  <a:pt x="309795" y="241300"/>
                </a:lnTo>
                <a:lnTo>
                  <a:pt x="311657" y="240791"/>
                </a:lnTo>
                <a:lnTo>
                  <a:pt x="312674" y="240284"/>
                </a:lnTo>
                <a:lnTo>
                  <a:pt x="313817" y="239902"/>
                </a:lnTo>
                <a:lnTo>
                  <a:pt x="314578" y="239267"/>
                </a:lnTo>
                <a:lnTo>
                  <a:pt x="314959" y="238633"/>
                </a:lnTo>
                <a:lnTo>
                  <a:pt x="315468" y="237998"/>
                </a:lnTo>
                <a:lnTo>
                  <a:pt x="315721" y="237236"/>
                </a:lnTo>
                <a:lnTo>
                  <a:pt x="315602" y="136016"/>
                </a:lnTo>
                <a:lnTo>
                  <a:pt x="315533" y="133097"/>
                </a:lnTo>
                <a:lnTo>
                  <a:pt x="315218" y="128904"/>
                </a:lnTo>
                <a:lnTo>
                  <a:pt x="315094" y="127253"/>
                </a:lnTo>
                <a:lnTo>
                  <a:pt x="314975" y="125682"/>
                </a:lnTo>
                <a:lnTo>
                  <a:pt x="314061" y="118862"/>
                </a:lnTo>
                <a:lnTo>
                  <a:pt x="312800" y="112649"/>
                </a:lnTo>
                <a:lnTo>
                  <a:pt x="311077" y="105410"/>
                </a:lnTo>
                <a:lnTo>
                  <a:pt x="310956" y="104901"/>
                </a:lnTo>
                <a:lnTo>
                  <a:pt x="310895" y="104648"/>
                </a:lnTo>
                <a:lnTo>
                  <a:pt x="307720" y="97789"/>
                </a:lnTo>
                <a:lnTo>
                  <a:pt x="307345" y="97282"/>
                </a:lnTo>
                <a:close/>
              </a:path>
              <a:path w="501014" h="244475">
                <a:moveTo>
                  <a:pt x="259842" y="72516"/>
                </a:moveTo>
                <a:lnTo>
                  <a:pt x="220281" y="88169"/>
                </a:lnTo>
                <a:lnTo>
                  <a:pt x="207137" y="100964"/>
                </a:lnTo>
                <a:lnTo>
                  <a:pt x="238020" y="100964"/>
                </a:lnTo>
                <a:lnTo>
                  <a:pt x="239649" y="99822"/>
                </a:lnTo>
                <a:lnTo>
                  <a:pt x="246761" y="97282"/>
                </a:lnTo>
                <a:lnTo>
                  <a:pt x="307345" y="97282"/>
                </a:lnTo>
                <a:lnTo>
                  <a:pt x="298957" y="85978"/>
                </a:lnTo>
                <a:lnTo>
                  <a:pt x="268021" y="72945"/>
                </a:lnTo>
                <a:lnTo>
                  <a:pt x="269543" y="72945"/>
                </a:lnTo>
                <a:lnTo>
                  <a:pt x="259842" y="72516"/>
                </a:lnTo>
                <a:close/>
              </a:path>
              <a:path w="501014" h="244475">
                <a:moveTo>
                  <a:pt x="199008" y="74929"/>
                </a:moveTo>
                <a:lnTo>
                  <a:pt x="189483" y="74929"/>
                </a:lnTo>
                <a:lnTo>
                  <a:pt x="187198" y="75311"/>
                </a:lnTo>
                <a:lnTo>
                  <a:pt x="201485" y="75311"/>
                </a:lnTo>
                <a:lnTo>
                  <a:pt x="199008" y="74929"/>
                </a:lnTo>
                <a:close/>
              </a:path>
              <a:path w="501014" h="244475">
                <a:moveTo>
                  <a:pt x="424688" y="72516"/>
                </a:moveTo>
                <a:lnTo>
                  <a:pt x="384063" y="86106"/>
                </a:lnTo>
                <a:lnTo>
                  <a:pt x="361695" y="123825"/>
                </a:lnTo>
                <a:lnTo>
                  <a:pt x="357377" y="160147"/>
                </a:lnTo>
                <a:lnTo>
                  <a:pt x="357500" y="164973"/>
                </a:lnTo>
                <a:lnTo>
                  <a:pt x="357592" y="168600"/>
                </a:lnTo>
                <a:lnTo>
                  <a:pt x="365283" y="206914"/>
                </a:lnTo>
                <a:lnTo>
                  <a:pt x="391540" y="237236"/>
                </a:lnTo>
                <a:lnTo>
                  <a:pt x="420877" y="243966"/>
                </a:lnTo>
                <a:lnTo>
                  <a:pt x="427791" y="243540"/>
                </a:lnTo>
                <a:lnTo>
                  <a:pt x="428314" y="243540"/>
                </a:lnTo>
                <a:lnTo>
                  <a:pt x="462899" y="227536"/>
                </a:lnTo>
                <a:lnTo>
                  <a:pt x="471718" y="219455"/>
                </a:lnTo>
                <a:lnTo>
                  <a:pt x="418338" y="219455"/>
                </a:lnTo>
                <a:lnTo>
                  <a:pt x="412114" y="217677"/>
                </a:lnTo>
                <a:lnTo>
                  <a:pt x="388874" y="180086"/>
                </a:lnTo>
                <a:lnTo>
                  <a:pt x="387603" y="172592"/>
                </a:lnTo>
                <a:lnTo>
                  <a:pt x="386968" y="164973"/>
                </a:lnTo>
                <a:lnTo>
                  <a:pt x="386968" y="149733"/>
                </a:lnTo>
                <a:lnTo>
                  <a:pt x="399288" y="110362"/>
                </a:lnTo>
                <a:lnTo>
                  <a:pt x="419735" y="97027"/>
                </a:lnTo>
                <a:lnTo>
                  <a:pt x="500888" y="97027"/>
                </a:lnTo>
                <a:lnTo>
                  <a:pt x="500888" y="96012"/>
                </a:lnTo>
                <a:lnTo>
                  <a:pt x="472186" y="96012"/>
                </a:lnTo>
                <a:lnTo>
                  <a:pt x="466566" y="90558"/>
                </a:lnTo>
                <a:lnTo>
                  <a:pt x="460946" y="85820"/>
                </a:lnTo>
                <a:lnTo>
                  <a:pt x="455326" y="81795"/>
                </a:lnTo>
                <a:lnTo>
                  <a:pt x="449922" y="78612"/>
                </a:lnTo>
                <a:lnTo>
                  <a:pt x="444088" y="75946"/>
                </a:lnTo>
                <a:lnTo>
                  <a:pt x="437930" y="74040"/>
                </a:lnTo>
                <a:lnTo>
                  <a:pt x="438090" y="74040"/>
                </a:lnTo>
                <a:lnTo>
                  <a:pt x="431445" y="72897"/>
                </a:lnTo>
                <a:lnTo>
                  <a:pt x="431694" y="72897"/>
                </a:lnTo>
                <a:lnTo>
                  <a:pt x="424688" y="72516"/>
                </a:lnTo>
                <a:close/>
              </a:path>
              <a:path w="501014" h="244475">
                <a:moveTo>
                  <a:pt x="494284" y="241300"/>
                </a:moveTo>
                <a:lnTo>
                  <a:pt x="482346" y="241300"/>
                </a:lnTo>
                <a:lnTo>
                  <a:pt x="483997" y="241553"/>
                </a:lnTo>
                <a:lnTo>
                  <a:pt x="492760" y="241553"/>
                </a:lnTo>
                <a:lnTo>
                  <a:pt x="494284" y="241300"/>
                </a:lnTo>
                <a:close/>
              </a:path>
              <a:path w="501014" h="244475">
                <a:moveTo>
                  <a:pt x="500888" y="215646"/>
                </a:moveTo>
                <a:lnTo>
                  <a:pt x="475488" y="215646"/>
                </a:lnTo>
                <a:lnTo>
                  <a:pt x="475614" y="237998"/>
                </a:lnTo>
                <a:lnTo>
                  <a:pt x="481118" y="241300"/>
                </a:lnTo>
                <a:lnTo>
                  <a:pt x="495511" y="241300"/>
                </a:lnTo>
                <a:lnTo>
                  <a:pt x="497204" y="240791"/>
                </a:lnTo>
                <a:lnTo>
                  <a:pt x="499237" y="240029"/>
                </a:lnTo>
                <a:lnTo>
                  <a:pt x="499872" y="239395"/>
                </a:lnTo>
                <a:lnTo>
                  <a:pt x="500252" y="238760"/>
                </a:lnTo>
                <a:lnTo>
                  <a:pt x="500761" y="237998"/>
                </a:lnTo>
                <a:lnTo>
                  <a:pt x="500888" y="215646"/>
                </a:lnTo>
                <a:close/>
              </a:path>
              <a:path w="501014" h="244475">
                <a:moveTo>
                  <a:pt x="500888" y="97027"/>
                </a:moveTo>
                <a:lnTo>
                  <a:pt x="434975" y="97027"/>
                </a:lnTo>
                <a:lnTo>
                  <a:pt x="442467" y="99567"/>
                </a:lnTo>
                <a:lnTo>
                  <a:pt x="449706" y="104648"/>
                </a:lnTo>
                <a:lnTo>
                  <a:pt x="455229" y="108854"/>
                </a:lnTo>
                <a:lnTo>
                  <a:pt x="460755" y="113871"/>
                </a:lnTo>
                <a:lnTo>
                  <a:pt x="466423" y="119810"/>
                </a:lnTo>
                <a:lnTo>
                  <a:pt x="472186" y="126619"/>
                </a:lnTo>
                <a:lnTo>
                  <a:pt x="472186" y="188975"/>
                </a:lnTo>
                <a:lnTo>
                  <a:pt x="443991" y="215137"/>
                </a:lnTo>
                <a:lnTo>
                  <a:pt x="429640" y="219455"/>
                </a:lnTo>
                <a:lnTo>
                  <a:pt x="471718" y="219455"/>
                </a:lnTo>
                <a:lnTo>
                  <a:pt x="475488" y="215646"/>
                </a:lnTo>
                <a:lnTo>
                  <a:pt x="500888" y="215646"/>
                </a:lnTo>
                <a:lnTo>
                  <a:pt x="500888" y="97027"/>
                </a:lnTo>
                <a:close/>
              </a:path>
              <a:path w="501014" h="244475">
                <a:moveTo>
                  <a:pt x="491616" y="0"/>
                </a:moveTo>
                <a:lnTo>
                  <a:pt x="481329" y="0"/>
                </a:lnTo>
                <a:lnTo>
                  <a:pt x="477774" y="508"/>
                </a:lnTo>
                <a:lnTo>
                  <a:pt x="472186" y="96012"/>
                </a:lnTo>
                <a:lnTo>
                  <a:pt x="500888" y="96012"/>
                </a:lnTo>
                <a:lnTo>
                  <a:pt x="500888" y="4572"/>
                </a:lnTo>
                <a:lnTo>
                  <a:pt x="500634" y="3810"/>
                </a:lnTo>
                <a:lnTo>
                  <a:pt x="491616" y="0"/>
                </a:lnTo>
                <a:close/>
              </a:path>
            </a:pathLst>
          </a:custGeom>
          <a:solidFill>
            <a:srgbClr val="0000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4552" y="3192906"/>
            <a:ext cx="3121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Positional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Encoding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02786" y="2890392"/>
            <a:ext cx="1162303" cy="2459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44891" y="5366765"/>
            <a:ext cx="3553867" cy="67627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70737" y="3931158"/>
            <a:ext cx="6238240" cy="2217420"/>
          </a:xfrm>
          <a:prstGeom prst="rect">
            <a:avLst/>
          </a:prstGeom>
          <a:ln w="25907">
            <a:solidFill>
              <a:srgbClr val="718FA4"/>
            </a:solidFill>
          </a:ln>
        </p:spPr>
        <p:txBody>
          <a:bodyPr vert="horz" wrap="square" lIns="0" tIns="13335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50"/>
              </a:spcBef>
            </a:pPr>
            <a:r>
              <a:rPr sz="2400" dirty="0">
                <a:latin typeface="Calibri"/>
                <a:cs typeface="Calibri"/>
              </a:rPr>
              <a:t>Reason: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RNN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</a:t>
            </a:r>
            <a:endParaRPr sz="24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latin typeface="Calibri"/>
                <a:cs typeface="Calibri"/>
              </a:rPr>
              <a:t>Two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types:</a:t>
            </a:r>
            <a:endParaRPr sz="2400">
              <a:latin typeface="Calibri"/>
              <a:cs typeface="Calibri"/>
            </a:endParaRPr>
          </a:p>
          <a:p>
            <a:pPr marL="499109" indent="-3429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99109" algn="l"/>
              </a:tabLst>
            </a:pPr>
            <a:r>
              <a:rPr sz="2000" dirty="0">
                <a:latin typeface="Calibri"/>
                <a:cs typeface="Calibri"/>
              </a:rPr>
              <a:t>learned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embeddings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(arXiv:1705.03122v2)</a:t>
            </a:r>
            <a:endParaRPr sz="2000">
              <a:latin typeface="Calibri"/>
              <a:cs typeface="Calibri"/>
            </a:endParaRPr>
          </a:p>
          <a:p>
            <a:pPr marL="499109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99109" algn="l"/>
              </a:tabLst>
            </a:pPr>
            <a:r>
              <a:rPr sz="2000" spc="-10" dirty="0">
                <a:latin typeface="Calibri"/>
                <a:cs typeface="Calibri"/>
              </a:rPr>
              <a:t>Sinusoid: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7" y="164718"/>
            <a:ext cx="16548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1F487C"/>
                </a:solidFill>
                <a:latin typeface="Arial"/>
                <a:cs typeface="Arial"/>
              </a:rPr>
              <a:t>Transformer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47B5EFF-2373-45B4-9EB4-E8E85DE8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90688"/>
            <a:ext cx="7523318" cy="3476624"/>
          </a:xfrm>
          <a:prstGeom prst="rect">
            <a:avLst/>
          </a:prstGeom>
        </p:spPr>
      </p:pic>
      <p:pic>
        <p:nvPicPr>
          <p:cNvPr id="29" name="Content Placeholder 6">
            <a:extLst>
              <a:ext uri="{FF2B5EF4-FFF2-40B4-BE49-F238E27FC236}">
                <a16:creationId xmlns:a16="http://schemas.microsoft.com/office/drawing/2014/main" id="{920E6A8F-A8A2-41F5-BEB5-2AB647383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171" y="1818507"/>
            <a:ext cx="3820831" cy="41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8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6" y="164718"/>
            <a:ext cx="1012840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Example of Hugging Face Transformers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B7549B-264A-4BAA-85FA-E36EC0194EF0}"/>
              </a:ext>
            </a:extLst>
          </p:cNvPr>
          <p:cNvSpPr txBox="1">
            <a:spLocks/>
          </p:cNvSpPr>
          <p:nvPr/>
        </p:nvSpPr>
        <p:spPr>
          <a:xfrm>
            <a:off x="418178" y="1197889"/>
            <a:ext cx="10515600" cy="46037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Sentiment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EEA93-6E8F-448B-85FF-356334713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7" y="2362200"/>
            <a:ext cx="11575786" cy="237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79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6" y="164718"/>
            <a:ext cx="1012840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Example of Hugging Face Transformers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B7549B-264A-4BAA-85FA-E36EC0194EF0}"/>
              </a:ext>
            </a:extLst>
          </p:cNvPr>
          <p:cNvSpPr txBox="1">
            <a:spLocks/>
          </p:cNvSpPr>
          <p:nvPr/>
        </p:nvSpPr>
        <p:spPr>
          <a:xfrm>
            <a:off x="418178" y="1197889"/>
            <a:ext cx="10515600" cy="46037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Fake News Detection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EBAE26-B0A0-4526-96D9-71D261573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53" y="1953506"/>
            <a:ext cx="3019425" cy="361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EA14D1-E345-47FA-A0AC-B12C901E7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61" y="2867199"/>
            <a:ext cx="6715125" cy="1038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3ADFDE-EC32-4B0B-8A4A-F3A464765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038600"/>
            <a:ext cx="54768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17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396" y="164718"/>
            <a:ext cx="1012840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Example of Hugging Face Transformers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B7549B-264A-4BAA-85FA-E36EC0194EF0}"/>
              </a:ext>
            </a:extLst>
          </p:cNvPr>
          <p:cNvSpPr txBox="1">
            <a:spLocks/>
          </p:cNvSpPr>
          <p:nvPr/>
        </p:nvSpPr>
        <p:spPr>
          <a:xfrm>
            <a:off x="418178" y="1197889"/>
            <a:ext cx="10515600" cy="46037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Named Entity Recognition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F3716B-5D5F-4B33-B1AF-30E4BE92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89" y="2513484"/>
            <a:ext cx="3095625" cy="352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B5B32-20EB-4245-93A6-7EF2D4440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89" y="3000845"/>
            <a:ext cx="10715226" cy="297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8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0667" y="138684"/>
            <a:ext cx="11133455" cy="6053455"/>
            <a:chOff x="360667" y="138684"/>
            <a:chExt cx="11133455" cy="6053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667" y="1502520"/>
              <a:ext cx="7592084" cy="220602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4551" y="138684"/>
              <a:ext cx="4029455" cy="605332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  <a:r>
              <a:rPr spc="-80" dirty="0"/>
              <a:t> </a:t>
            </a:r>
            <a:r>
              <a:rPr dirty="0"/>
              <a:t>(Self</a:t>
            </a:r>
            <a:r>
              <a:rPr spc="-145" dirty="0"/>
              <a:t> </a:t>
            </a:r>
            <a:r>
              <a:rPr spc="-10" dirty="0"/>
              <a:t>Attention)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48818" y="4181094"/>
            <a:ext cx="7016750" cy="1385570"/>
          </a:xfrm>
          <a:prstGeom prst="rect">
            <a:avLst/>
          </a:prstGeom>
          <a:ln w="25907">
            <a:solidFill>
              <a:srgbClr val="718FA4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210"/>
              </a:spcBef>
            </a:pPr>
            <a:r>
              <a:rPr sz="2400" spc="-10" dirty="0">
                <a:latin typeface="Calibri"/>
                <a:cs typeface="Calibri"/>
              </a:rPr>
              <a:t>Observation:</a:t>
            </a:r>
            <a:endParaRPr sz="2400">
              <a:latin typeface="Calibri"/>
              <a:cs typeface="Calibri"/>
            </a:endParaRPr>
          </a:p>
          <a:p>
            <a:pPr marL="621665" marR="775335" indent="-34290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621665" algn="l"/>
              </a:tabLst>
            </a:pPr>
            <a:r>
              <a:rPr sz="2000" spc="-20" dirty="0">
                <a:latin typeface="Calibri"/>
                <a:cs typeface="Calibri"/>
              </a:rPr>
              <a:t>Self-</a:t>
            </a:r>
            <a:r>
              <a:rPr sz="2000" spc="-10" dirty="0">
                <a:latin typeface="Calibri"/>
                <a:cs typeface="Calibri"/>
              </a:rPr>
              <a:t>Attention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O(1)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(capture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dependency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easily)</a:t>
            </a:r>
            <a:endParaRPr sz="2000">
              <a:latin typeface="Calibri"/>
              <a:cs typeface="Calibri"/>
            </a:endParaRPr>
          </a:p>
          <a:p>
            <a:pPr marL="621665" indent="-342900">
              <a:lnSpc>
                <a:spcPct val="100000"/>
              </a:lnSpc>
              <a:buFont typeface="Arial MT"/>
              <a:buChar char="•"/>
              <a:tabLst>
                <a:tab pos="621665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n&lt;d,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Self-</a:t>
            </a:r>
            <a:r>
              <a:rPr sz="2000" spc="-10" dirty="0">
                <a:latin typeface="Calibri"/>
                <a:cs typeface="Calibri"/>
              </a:rPr>
              <a:t>Attention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349161"/>
            <a:ext cx="11026140" cy="5750560"/>
            <a:chOff x="333756" y="349161"/>
            <a:chExt cx="11026140" cy="5750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3270" y="349161"/>
              <a:ext cx="3676142" cy="57502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1016507"/>
              <a:ext cx="7658100" cy="349605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  <a:r>
              <a:rPr spc="-120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84809" y="4674870"/>
            <a:ext cx="7147559" cy="1092835"/>
          </a:xfrm>
          <a:prstGeom prst="rect">
            <a:avLst/>
          </a:prstGeom>
          <a:ln w="25907">
            <a:solidFill>
              <a:srgbClr val="718FA4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445134" indent="-28638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445134" algn="l"/>
              </a:tabLst>
            </a:pPr>
            <a:r>
              <a:rPr sz="2000" dirty="0">
                <a:latin typeface="Calibri"/>
                <a:cs typeface="Calibri"/>
              </a:rPr>
              <a:t>Eng-</a:t>
            </a:r>
            <a:r>
              <a:rPr sz="2000" spc="-20" dirty="0">
                <a:latin typeface="Calibri"/>
                <a:cs typeface="Calibri"/>
              </a:rPr>
              <a:t>to-</a:t>
            </a:r>
            <a:r>
              <a:rPr sz="2000" dirty="0">
                <a:latin typeface="Calibri"/>
                <a:cs typeface="Calibri"/>
              </a:rPr>
              <a:t>De: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state-</a:t>
            </a:r>
            <a:r>
              <a:rPr sz="2000" spc="-10" dirty="0">
                <a:latin typeface="Calibri"/>
                <a:cs typeface="Calibri"/>
              </a:rPr>
              <a:t>of-the-</a:t>
            </a:r>
            <a:r>
              <a:rPr sz="2000" dirty="0">
                <a:latin typeface="Calibri"/>
                <a:cs typeface="Calibri"/>
              </a:rPr>
              <a:t>art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(increase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BLEU)</a:t>
            </a:r>
            <a:endParaRPr sz="2000">
              <a:latin typeface="Calibri"/>
              <a:cs typeface="Calibri"/>
            </a:endParaRPr>
          </a:p>
          <a:p>
            <a:pPr marL="445134" indent="-286385">
              <a:lnSpc>
                <a:spcPct val="100000"/>
              </a:lnSpc>
              <a:buFont typeface="Arial MT"/>
              <a:buChar char="•"/>
              <a:tabLst>
                <a:tab pos="445134" algn="l"/>
              </a:tabLst>
            </a:pPr>
            <a:r>
              <a:rPr sz="2000" dirty="0">
                <a:latin typeface="Calibri"/>
                <a:cs typeface="Calibri"/>
              </a:rPr>
              <a:t>Eng-</a:t>
            </a:r>
            <a:r>
              <a:rPr sz="2000" spc="-20" dirty="0">
                <a:latin typeface="Calibri"/>
                <a:cs typeface="Calibri"/>
              </a:rPr>
              <a:t>to-</a:t>
            </a:r>
            <a:r>
              <a:rPr sz="2000" dirty="0">
                <a:latin typeface="Calibri"/>
                <a:cs typeface="Calibri"/>
              </a:rPr>
              <a:t>Fr: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single-</a:t>
            </a:r>
            <a:r>
              <a:rPr sz="2000" dirty="0">
                <a:latin typeface="Calibri"/>
                <a:cs typeface="Calibri"/>
              </a:rPr>
              <a:t>model </a:t>
            </a:r>
            <a:r>
              <a:rPr sz="2000" spc="-35" dirty="0">
                <a:latin typeface="Calibri"/>
                <a:cs typeface="Calibri"/>
              </a:rPr>
              <a:t>state-</a:t>
            </a:r>
            <a:r>
              <a:rPr sz="2000" spc="-10" dirty="0">
                <a:latin typeface="Calibri"/>
                <a:cs typeface="Calibri"/>
              </a:rPr>
              <a:t>of-the-</a:t>
            </a:r>
            <a:r>
              <a:rPr sz="2000" dirty="0">
                <a:latin typeface="Calibri"/>
                <a:cs typeface="Calibri"/>
              </a:rPr>
              <a:t>art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(BLEU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41.0)</a:t>
            </a:r>
            <a:endParaRPr sz="2000">
              <a:latin typeface="Calibri"/>
              <a:cs typeface="Calibri"/>
            </a:endParaRPr>
          </a:p>
          <a:p>
            <a:pPr marL="445134" indent="-286385">
              <a:lnSpc>
                <a:spcPct val="100000"/>
              </a:lnSpc>
              <a:buFont typeface="Arial MT"/>
              <a:buChar char="•"/>
              <a:tabLst>
                <a:tab pos="445134" algn="l"/>
              </a:tabLst>
            </a:pPr>
            <a:r>
              <a:rPr sz="2000" dirty="0">
                <a:latin typeface="Calibri"/>
                <a:cs typeface="Calibri"/>
              </a:rPr>
              <a:t>Less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3269" y="349161"/>
            <a:ext cx="3676142" cy="57502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Transformer</a:t>
            </a:r>
            <a:r>
              <a:rPr spc="-120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3827" y="1095883"/>
            <a:ext cx="5434330" cy="451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10" dirty="0">
                <a:latin typeface="Calibri"/>
                <a:cs typeface="Calibri"/>
              </a:rPr>
              <a:t> results: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5"/>
              </a:spcBef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nicht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hingekriegt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expected: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didn't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 </a:t>
            </a:r>
            <a:r>
              <a:rPr sz="1800" spc="-25" dirty="0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got: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didn't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&lt;UNK&gt;</a:t>
            </a:r>
            <a:r>
              <a:rPr sz="1800" spc="-25" dirty="0">
                <a:latin typeface="Calibri"/>
                <a:cs typeface="Calibri"/>
              </a:rPr>
              <a:t> it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könnten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zum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fliegen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wenn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wollen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expected: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want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got: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want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nicht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Meinung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Fakten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expected: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opinion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facts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got: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opinion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facts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würde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solche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Zukunft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aussehen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expected: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like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got: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66977" y="974597"/>
            <a:ext cx="5858510" cy="4898390"/>
          </a:xfrm>
          <a:custGeom>
            <a:avLst/>
            <a:gdLst/>
            <a:ahLst/>
            <a:cxnLst/>
            <a:rect l="l" t="t" r="r" b="b"/>
            <a:pathLst>
              <a:path w="5858509" h="4898390">
                <a:moveTo>
                  <a:pt x="0" y="4898136"/>
                </a:moveTo>
                <a:lnTo>
                  <a:pt x="5858256" y="4898136"/>
                </a:lnTo>
                <a:lnTo>
                  <a:pt x="5858256" y="0"/>
                </a:lnTo>
                <a:lnTo>
                  <a:pt x="0" y="0"/>
                </a:lnTo>
                <a:lnTo>
                  <a:pt x="0" y="4898136"/>
                </a:lnTo>
                <a:close/>
              </a:path>
            </a:pathLst>
          </a:custGeom>
          <a:ln w="25908">
            <a:solidFill>
              <a:srgbClr val="718FA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Acknowledgements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22989" y="6440373"/>
            <a:ext cx="257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8819" y="1370837"/>
            <a:ext cx="1082802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slides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highly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material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following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websites/blogs: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200">
              <a:latin typeface="Arial MT"/>
              <a:cs typeface="Arial MT"/>
            </a:endParaRPr>
          </a:p>
          <a:p>
            <a:pPr marL="892175" indent="-342900">
              <a:lnSpc>
                <a:spcPct val="100000"/>
              </a:lnSpc>
              <a:buClr>
                <a:srgbClr val="718FA4"/>
              </a:buClr>
              <a:buSzPct val="120000"/>
              <a:buChar char="•"/>
              <a:tabLst>
                <a:tab pos="892175" algn="l"/>
              </a:tabLst>
            </a:pP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https://www.analyticsvidhya.com/blog/2017/12/introduction-to-recurrent-neural-networks/</a:t>
            </a:r>
            <a:endParaRPr sz="2000">
              <a:latin typeface="Arial MT"/>
              <a:cs typeface="Arial MT"/>
            </a:endParaRPr>
          </a:p>
          <a:p>
            <a:pPr marL="892175" indent="-342900">
              <a:lnSpc>
                <a:spcPct val="100000"/>
              </a:lnSpc>
              <a:spcBef>
                <a:spcPts val="600"/>
              </a:spcBef>
              <a:buClr>
                <a:srgbClr val="718FA4"/>
              </a:buClr>
              <a:buSzPct val="120000"/>
              <a:buChar char="•"/>
              <a:tabLst>
                <a:tab pos="892175" algn="l"/>
              </a:tabLst>
            </a:pP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https://medium.com/@Aj.Cheng/seq2seq-18a0730d1d77</a:t>
            </a:r>
            <a:endParaRPr sz="2000">
              <a:latin typeface="Arial MT"/>
              <a:cs typeface="Arial MT"/>
            </a:endParaRPr>
          </a:p>
          <a:p>
            <a:pPr marL="892175" indent="-342900">
              <a:lnSpc>
                <a:spcPct val="100000"/>
              </a:lnSpc>
              <a:spcBef>
                <a:spcPts val="600"/>
              </a:spcBef>
              <a:buClr>
                <a:srgbClr val="718FA4"/>
              </a:buClr>
              <a:buSzPct val="120000"/>
              <a:buChar char="•"/>
              <a:tabLst>
                <a:tab pos="892175" algn="l"/>
              </a:tabLst>
            </a:pP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https://distill.pub/2016/augmented-rnns/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2000">
              <a:latin typeface="Arial MT"/>
              <a:cs typeface="Arial MT"/>
            </a:endParaRPr>
          </a:p>
          <a:p>
            <a:pPr marL="280670" marR="227329" indent="-268605">
              <a:lnSpc>
                <a:spcPct val="1797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amazing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images,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content,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about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mechanisms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from </a:t>
            </a:r>
            <a:r>
              <a:rPr sz="2200" dirty="0">
                <a:latin typeface="Arial MT"/>
                <a:cs typeface="Arial MT"/>
              </a:rPr>
              <a:t>Olah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Carter,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"Attention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Augmented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Recurrent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Neural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Networks",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Distill,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2016.</a:t>
            </a:r>
            <a:endParaRPr sz="2200">
              <a:latin typeface="Arial MT"/>
              <a:cs typeface="Arial MT"/>
            </a:endParaRPr>
          </a:p>
          <a:p>
            <a:pPr marL="3261995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  <a:hlinkClick r:id="rId5"/>
              </a:rPr>
              <a:t>http://doi.org/10.23915/distill.00001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</TotalTime>
  <Words>1049</Words>
  <Application>Microsoft Office PowerPoint</Application>
  <PresentationFormat>Widescreen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Arial MT</vt:lpstr>
      <vt:lpstr>Calibri</vt:lpstr>
      <vt:lpstr>Cambria Math</vt:lpstr>
      <vt:lpstr>Times New Roman</vt:lpstr>
      <vt:lpstr>Wingdings</vt:lpstr>
      <vt:lpstr>Office Theme</vt:lpstr>
      <vt:lpstr>PowerPoint Presentation</vt:lpstr>
      <vt:lpstr>Why Do We Need Transformers?</vt:lpstr>
      <vt:lpstr>PowerPoint Presentation</vt:lpstr>
      <vt:lpstr>Attention is all you need!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</vt:lpstr>
      <vt:lpstr>Transformer</vt:lpstr>
      <vt:lpstr>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(Self Attention)</vt:lpstr>
      <vt:lpstr>Transformer Performance</vt:lpstr>
      <vt:lpstr>Transformer Performance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lastModifiedBy>Waqar Ashiq</cp:lastModifiedBy>
  <cp:revision>21</cp:revision>
  <dcterms:created xsi:type="dcterms:W3CDTF">2025-01-08T04:40:15Z</dcterms:created>
  <dcterms:modified xsi:type="dcterms:W3CDTF">2026-01-14T08:47:07Z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2025-01-08T00:00:00Z</vt:filetime>
  </property>
  <property fmtid="{D5CDD505-2E9C-101B-9397-08002B2CF9AE}" pid="5" name="Producer">
    <vt:lpwstr>Microsoft® PowerPoint® 2013</vt:lpwstr>
  </property>
</Properties>
</file>